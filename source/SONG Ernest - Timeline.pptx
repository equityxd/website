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ppt/slideLayouts/slideLayout14.xml" ContentType="application/vnd.openxmlformats-officedocument.presentationml.slideLayout+xml"/>
  <Override PartName="/ppt/theme/theme7.xml" ContentType="application/vnd.openxmlformats-officedocument.theme+xml"/>
  <Override PartName="/ppt/slideLayouts/slideLayout15.xml" ContentType="application/vnd.openxmlformats-officedocument.presentationml.slideLayout+xml"/>
  <Override PartName="/ppt/theme/theme8.xml" ContentType="application/vnd.openxmlformats-officedocument.theme+xml"/>
  <Override PartName="/ppt/slideLayouts/slideLayout16.xml" ContentType="application/vnd.openxmlformats-officedocument.presentationml.slideLayout+xml"/>
  <Override PartName="/ppt/theme/theme9.xml" ContentType="application/vnd.openxmlformats-officedocument.theme+xml"/>
  <Override PartName="/ppt/slideLayouts/slideLayout17.xml" ContentType="application/vnd.openxmlformats-officedocument.presentationml.slideLayout+xml"/>
  <Override PartName="/ppt/theme/theme10.xml" ContentType="application/vnd.openxmlformats-officedocument.theme+xml"/>
  <Override PartName="/ppt/slideLayouts/slideLayout18.xml" ContentType="application/vnd.openxmlformats-officedocument.presentationml.slideLayout+xml"/>
  <Override PartName="/ppt/theme/theme11.xml" ContentType="application/vnd.openxmlformats-officedocument.theme+xml"/>
  <Override PartName="/ppt/slideLayouts/slideLayout19.xml" ContentType="application/vnd.openxmlformats-officedocument.presentationml.slideLayout+xml"/>
  <Override PartName="/ppt/theme/theme12.xml" ContentType="application/vnd.openxmlformats-officedocument.theme+xml"/>
  <Override PartName="/ppt/slideLayouts/slideLayout20.xml" ContentType="application/vnd.openxmlformats-officedocument.presentationml.slideLayout+xml"/>
  <Override PartName="/ppt/theme/theme1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  <p:sldMasterId id="2147483710" r:id="rId5"/>
    <p:sldMasterId id="2147483755" r:id="rId6"/>
    <p:sldMasterId id="2147483800" r:id="rId7"/>
    <p:sldMasterId id="2147483845" r:id="rId8"/>
    <p:sldMasterId id="2147484093" r:id="rId9"/>
    <p:sldMasterId id="2147483890" r:id="rId10"/>
    <p:sldMasterId id="2147484095" r:id="rId11"/>
    <p:sldMasterId id="2147483985" r:id="rId12"/>
    <p:sldMasterId id="2147484097" r:id="rId13"/>
    <p:sldMasterId id="2147484034" r:id="rId14"/>
    <p:sldMasterId id="2147484036" r:id="rId15"/>
    <p:sldMasterId id="2147484038" r:id="rId16"/>
    <p:sldMasterId id="2147483989" r:id="rId17"/>
    <p:sldMasterId id="2147484040" r:id="rId18"/>
  </p:sldMasterIdLst>
  <p:notesMasterIdLst>
    <p:notesMasterId r:id="rId20"/>
  </p:notesMasterIdLst>
  <p:handoutMasterIdLst>
    <p:handoutMasterId r:id="rId21"/>
  </p:handoutMasterIdLst>
  <p:sldIdLst>
    <p:sldId id="1608" r:id="rId19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nest Song" initials="ES" lastIdx="2" clrIdx="0">
    <p:extLst>
      <p:ext uri="{19B8F6BF-5375-455C-9EA6-DF929625EA0E}">
        <p15:presenceInfo xmlns:p15="http://schemas.microsoft.com/office/powerpoint/2012/main" userId="S-1-5-21-1264980194-97888355-3511767741-26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3B3"/>
    <a:srgbClr val="0070C0"/>
    <a:srgbClr val="ADB9CA"/>
    <a:srgbClr val="333F50"/>
    <a:srgbClr val="8497B0"/>
    <a:srgbClr val="44546A"/>
    <a:srgbClr val="255E91"/>
    <a:srgbClr val="264478"/>
    <a:srgbClr val="636363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6532" autoAdjust="0"/>
  </p:normalViewPr>
  <p:slideViewPr>
    <p:cSldViewPr snapToGrid="0" snapToObjects="1">
      <p:cViewPr varScale="1">
        <p:scale>
          <a:sx n="161" d="100"/>
          <a:sy n="161" d="100"/>
        </p:scale>
        <p:origin x="740" y="1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239A517-DBC8-D44A-A883-A706787D10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7877A8F-921B-DE4E-B31C-D17267CF764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AFFB4-429D-0142-86EE-79C72E41FF4B}" type="datetimeFigureOut">
              <a:rPr lang="nl-BE" smtClean="0"/>
              <a:t>8/07/2026</a:t>
            </a:fld>
            <a:endParaRPr lang="nl-BE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7F403EB-AA6C-744D-8F13-977C4326C5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E162440-3CA7-EF4A-8323-DA98A8F2C0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D33B3-88F6-2142-BED0-E64EC4FFA792}" type="slidenum">
              <a:rPr lang="nl-BE" smtClean="0"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5424110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2236FF-14A4-E948-94C2-16882051AC7E}" type="datetimeFigureOut">
              <a:rPr lang="nl-BE" smtClean="0"/>
              <a:t>8/07/2026</a:t>
            </a:fld>
            <a:endParaRPr lang="nl-BE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CD2056-4B9E-FD4A-B759-0948AB15D9C5}" type="slidenum">
              <a:rPr lang="nl-BE" smtClean="0"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879764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0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5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5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5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17.emf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slid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41E9F79-6C5A-9F42-91C7-1AD86539D9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12" t="24889" r="21153" b="14889"/>
          <a:stretch/>
        </p:blipFill>
        <p:spPr>
          <a:xfrm>
            <a:off x="4490830" y="1411357"/>
            <a:ext cx="3210339" cy="2693504"/>
          </a:xfrm>
          <a:prstGeom prst="rect">
            <a:avLst/>
          </a:prstGeom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FAE58E89-8952-40A4-9A80-697A3FBC0E12}"/>
              </a:ext>
            </a:extLst>
          </p:cNvPr>
          <p:cNvSpPr/>
          <p:nvPr userDrawn="1"/>
        </p:nvSpPr>
        <p:spPr>
          <a:xfrm>
            <a:off x="0" y="0"/>
            <a:ext cx="238539" cy="2385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4B6CF4E4-9959-2448-824E-7737BB4CFD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997" y="4452095"/>
            <a:ext cx="9144000" cy="506895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GB" noProof="0" dirty="0"/>
              <a:t>Put the title here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FCCC1CD5-7B35-844E-8D9B-A91EB8C640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0037" y="6673080"/>
            <a:ext cx="130938" cy="103980"/>
          </a:xfrm>
          <a:prstGeom prst="rect">
            <a:avLst/>
          </a:prstGeom>
        </p:spPr>
      </p:pic>
      <p:sp>
        <p:nvSpPr>
          <p:cNvPr id="18" name="Vrije vorm 17">
            <a:extLst>
              <a:ext uri="{FF2B5EF4-FFF2-40B4-BE49-F238E27FC236}">
                <a16:creationId xmlns:a16="http://schemas.microsoft.com/office/drawing/2014/main" id="{3021D269-93B4-3B40-A901-D37E121CCF3C}"/>
              </a:ext>
            </a:extLst>
          </p:cNvPr>
          <p:cNvSpPr/>
          <p:nvPr userDrawn="1"/>
        </p:nvSpPr>
        <p:spPr>
          <a:xfrm>
            <a:off x="0" y="6650855"/>
            <a:ext cx="12193556" cy="207145"/>
          </a:xfrm>
          <a:custGeom>
            <a:avLst/>
            <a:gdLst>
              <a:gd name="connsiteX0" fmla="*/ 12146756 w 12193556"/>
              <a:gd name="connsiteY0" fmla="*/ 0 h 207145"/>
              <a:gd name="connsiteX1" fmla="*/ 12193556 w 12193556"/>
              <a:gd name="connsiteY1" fmla="*/ 0 h 207145"/>
              <a:gd name="connsiteX2" fmla="*/ 12193556 w 12193556"/>
              <a:gd name="connsiteY2" fmla="*/ 164756 h 207145"/>
              <a:gd name="connsiteX3" fmla="*/ 12192000 w 12193556"/>
              <a:gd name="connsiteY3" fmla="*/ 164756 h 207145"/>
              <a:gd name="connsiteX4" fmla="*/ 12192000 w 12193556"/>
              <a:gd name="connsiteY4" fmla="*/ 207145 h 207145"/>
              <a:gd name="connsiteX5" fmla="*/ 0 w 12193556"/>
              <a:gd name="connsiteY5" fmla="*/ 207145 h 207145"/>
              <a:gd name="connsiteX6" fmla="*/ 0 w 12193556"/>
              <a:gd name="connsiteY6" fmla="*/ 161426 h 207145"/>
              <a:gd name="connsiteX7" fmla="*/ 12146756 w 12193556"/>
              <a:gd name="connsiteY7" fmla="*/ 161426 h 20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3556" h="207145">
                <a:moveTo>
                  <a:pt x="12146756" y="0"/>
                </a:moveTo>
                <a:lnTo>
                  <a:pt x="12193556" y="0"/>
                </a:lnTo>
                <a:lnTo>
                  <a:pt x="12193556" y="164756"/>
                </a:lnTo>
                <a:lnTo>
                  <a:pt x="12192000" y="164756"/>
                </a:lnTo>
                <a:lnTo>
                  <a:pt x="12192000" y="207145"/>
                </a:lnTo>
                <a:lnTo>
                  <a:pt x="0" y="207145"/>
                </a:lnTo>
                <a:lnTo>
                  <a:pt x="0" y="161426"/>
                </a:lnTo>
                <a:lnTo>
                  <a:pt x="12146756" y="161426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AE04BDB-8881-C640-93D5-E540C5DA9D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0476" y="5162628"/>
            <a:ext cx="5051041" cy="506895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 b="0" i="0">
                <a:latin typeface="Barlow Light" pitchFamily="2" charset="77"/>
              </a:defRPr>
            </a:lvl1pPr>
          </a:lstStyle>
          <a:p>
            <a:pPr lvl="0"/>
            <a:r>
              <a:rPr lang="en-GB" sz="2400" noProof="0" dirty="0"/>
              <a:t>Date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49315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yello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A689EAB1-5657-AC4E-AEA4-0760D221D4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883626"/>
            <a:ext cx="9144000" cy="1090748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r>
              <a:rPr lang="en-GB" noProof="0" dirty="0"/>
              <a:t>.Put the title here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E942FB5-8969-E143-BD61-A77430F5A5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0037" y="6673080"/>
            <a:ext cx="130938" cy="103980"/>
          </a:xfrm>
          <a:prstGeom prst="rect">
            <a:avLst/>
          </a:prstGeom>
        </p:spPr>
      </p:pic>
      <p:sp>
        <p:nvSpPr>
          <p:cNvPr id="12" name="Vrije vorm 11">
            <a:extLst>
              <a:ext uri="{FF2B5EF4-FFF2-40B4-BE49-F238E27FC236}">
                <a16:creationId xmlns:a16="http://schemas.microsoft.com/office/drawing/2014/main" id="{3F935DA0-9E79-274E-8102-BE2F30016180}"/>
              </a:ext>
            </a:extLst>
          </p:cNvPr>
          <p:cNvSpPr/>
          <p:nvPr userDrawn="1"/>
        </p:nvSpPr>
        <p:spPr>
          <a:xfrm>
            <a:off x="0" y="6650855"/>
            <a:ext cx="12193556" cy="207145"/>
          </a:xfrm>
          <a:custGeom>
            <a:avLst/>
            <a:gdLst>
              <a:gd name="connsiteX0" fmla="*/ 12146756 w 12193556"/>
              <a:gd name="connsiteY0" fmla="*/ 0 h 207145"/>
              <a:gd name="connsiteX1" fmla="*/ 12193556 w 12193556"/>
              <a:gd name="connsiteY1" fmla="*/ 0 h 207145"/>
              <a:gd name="connsiteX2" fmla="*/ 12193556 w 12193556"/>
              <a:gd name="connsiteY2" fmla="*/ 164756 h 207145"/>
              <a:gd name="connsiteX3" fmla="*/ 12192000 w 12193556"/>
              <a:gd name="connsiteY3" fmla="*/ 164756 h 207145"/>
              <a:gd name="connsiteX4" fmla="*/ 12192000 w 12193556"/>
              <a:gd name="connsiteY4" fmla="*/ 207145 h 207145"/>
              <a:gd name="connsiteX5" fmla="*/ 0 w 12193556"/>
              <a:gd name="connsiteY5" fmla="*/ 207145 h 207145"/>
              <a:gd name="connsiteX6" fmla="*/ 0 w 12193556"/>
              <a:gd name="connsiteY6" fmla="*/ 161426 h 207145"/>
              <a:gd name="connsiteX7" fmla="*/ 12146756 w 12193556"/>
              <a:gd name="connsiteY7" fmla="*/ 161426 h 20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3556" h="207145">
                <a:moveTo>
                  <a:pt x="12146756" y="0"/>
                </a:moveTo>
                <a:lnTo>
                  <a:pt x="12193556" y="0"/>
                </a:lnTo>
                <a:lnTo>
                  <a:pt x="12193556" y="164756"/>
                </a:lnTo>
                <a:lnTo>
                  <a:pt x="12192000" y="164756"/>
                </a:lnTo>
                <a:lnTo>
                  <a:pt x="12192000" y="207145"/>
                </a:lnTo>
                <a:lnTo>
                  <a:pt x="0" y="207145"/>
                </a:lnTo>
                <a:lnTo>
                  <a:pt x="0" y="161426"/>
                </a:lnTo>
                <a:lnTo>
                  <a:pt x="12146756" y="161426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5449A610-F12D-B446-8AC0-F77EFC090E3F}"/>
              </a:ext>
            </a:extLst>
          </p:cNvPr>
          <p:cNvSpPr/>
          <p:nvPr userDrawn="1"/>
        </p:nvSpPr>
        <p:spPr>
          <a:xfrm>
            <a:off x="0" y="0"/>
            <a:ext cx="238539" cy="2385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3C6362C1-EF09-8D46-AB92-F7E9571A21FF}"/>
              </a:ext>
            </a:extLst>
          </p:cNvPr>
          <p:cNvSpPr/>
          <p:nvPr userDrawn="1"/>
        </p:nvSpPr>
        <p:spPr>
          <a:xfrm>
            <a:off x="11953461" y="3938955"/>
            <a:ext cx="238539" cy="2385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243E790B-6580-9D45-ACE5-50649DC97A10}"/>
              </a:ext>
            </a:extLst>
          </p:cNvPr>
          <p:cNvSpPr/>
          <p:nvPr userDrawn="1"/>
        </p:nvSpPr>
        <p:spPr>
          <a:xfrm>
            <a:off x="11192608" y="4177494"/>
            <a:ext cx="760853" cy="2385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43FBB1A0-E971-C14B-896D-300D22B669BD}"/>
              </a:ext>
            </a:extLst>
          </p:cNvPr>
          <p:cNvSpPr/>
          <p:nvPr userDrawn="1"/>
        </p:nvSpPr>
        <p:spPr>
          <a:xfrm>
            <a:off x="11944669" y="940778"/>
            <a:ext cx="238539" cy="2385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235957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pi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A689EAB1-5657-AC4E-AEA4-0760D221D4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883626"/>
            <a:ext cx="9144000" cy="1090748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.</a:t>
            </a:r>
            <a:r>
              <a:rPr lang="en-GB" noProof="0" dirty="0"/>
              <a:t>Put the title here</a:t>
            </a:r>
            <a:endParaRPr lang="nl-BE" dirty="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5449A610-F12D-B446-8AC0-F77EFC090E3F}"/>
              </a:ext>
            </a:extLst>
          </p:cNvPr>
          <p:cNvSpPr/>
          <p:nvPr userDrawn="1"/>
        </p:nvSpPr>
        <p:spPr>
          <a:xfrm>
            <a:off x="0" y="0"/>
            <a:ext cx="238539" cy="238539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4" name="Vrije vorm 13">
            <a:extLst>
              <a:ext uri="{FF2B5EF4-FFF2-40B4-BE49-F238E27FC236}">
                <a16:creationId xmlns:a16="http://schemas.microsoft.com/office/drawing/2014/main" id="{F5A459A7-1834-634D-8589-554AD7D1EA55}"/>
              </a:ext>
            </a:extLst>
          </p:cNvPr>
          <p:cNvSpPr/>
          <p:nvPr userDrawn="1"/>
        </p:nvSpPr>
        <p:spPr>
          <a:xfrm>
            <a:off x="0" y="6650855"/>
            <a:ext cx="12193556" cy="207145"/>
          </a:xfrm>
          <a:custGeom>
            <a:avLst/>
            <a:gdLst>
              <a:gd name="connsiteX0" fmla="*/ 12146756 w 12193556"/>
              <a:gd name="connsiteY0" fmla="*/ 0 h 207145"/>
              <a:gd name="connsiteX1" fmla="*/ 12193556 w 12193556"/>
              <a:gd name="connsiteY1" fmla="*/ 0 h 207145"/>
              <a:gd name="connsiteX2" fmla="*/ 12193556 w 12193556"/>
              <a:gd name="connsiteY2" fmla="*/ 164756 h 207145"/>
              <a:gd name="connsiteX3" fmla="*/ 12192000 w 12193556"/>
              <a:gd name="connsiteY3" fmla="*/ 164756 h 207145"/>
              <a:gd name="connsiteX4" fmla="*/ 12192000 w 12193556"/>
              <a:gd name="connsiteY4" fmla="*/ 207145 h 207145"/>
              <a:gd name="connsiteX5" fmla="*/ 0 w 12193556"/>
              <a:gd name="connsiteY5" fmla="*/ 207145 h 207145"/>
              <a:gd name="connsiteX6" fmla="*/ 0 w 12193556"/>
              <a:gd name="connsiteY6" fmla="*/ 161426 h 207145"/>
              <a:gd name="connsiteX7" fmla="*/ 12146756 w 12193556"/>
              <a:gd name="connsiteY7" fmla="*/ 161426 h 20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3556" h="207145">
                <a:moveTo>
                  <a:pt x="12146756" y="0"/>
                </a:moveTo>
                <a:lnTo>
                  <a:pt x="12193556" y="0"/>
                </a:lnTo>
                <a:lnTo>
                  <a:pt x="12193556" y="164756"/>
                </a:lnTo>
                <a:lnTo>
                  <a:pt x="12192000" y="164756"/>
                </a:lnTo>
                <a:lnTo>
                  <a:pt x="12192000" y="207145"/>
                </a:lnTo>
                <a:lnTo>
                  <a:pt x="0" y="207145"/>
                </a:lnTo>
                <a:lnTo>
                  <a:pt x="0" y="161426"/>
                </a:lnTo>
                <a:lnTo>
                  <a:pt x="12146756" y="161426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E533D801-F5FB-804E-AB88-69D849CED1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0037" y="6673080"/>
            <a:ext cx="126933" cy="1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7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(yello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fbeelding 10">
            <a:extLst>
              <a:ext uri="{FF2B5EF4-FFF2-40B4-BE49-F238E27FC236}">
                <a16:creationId xmlns:a16="http://schemas.microsoft.com/office/drawing/2014/main" id="{FE942FB5-8969-E143-BD61-A77430F5A5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0037" y="6673080"/>
            <a:ext cx="130938" cy="103980"/>
          </a:xfrm>
          <a:prstGeom prst="rect">
            <a:avLst/>
          </a:prstGeom>
        </p:spPr>
      </p:pic>
      <p:sp>
        <p:nvSpPr>
          <p:cNvPr id="12" name="Vrije vorm 11">
            <a:extLst>
              <a:ext uri="{FF2B5EF4-FFF2-40B4-BE49-F238E27FC236}">
                <a16:creationId xmlns:a16="http://schemas.microsoft.com/office/drawing/2014/main" id="{3F935DA0-9E79-274E-8102-BE2F30016180}"/>
              </a:ext>
            </a:extLst>
          </p:cNvPr>
          <p:cNvSpPr/>
          <p:nvPr userDrawn="1"/>
        </p:nvSpPr>
        <p:spPr>
          <a:xfrm>
            <a:off x="0" y="6650855"/>
            <a:ext cx="12193556" cy="207145"/>
          </a:xfrm>
          <a:custGeom>
            <a:avLst/>
            <a:gdLst>
              <a:gd name="connsiteX0" fmla="*/ 12146756 w 12193556"/>
              <a:gd name="connsiteY0" fmla="*/ 0 h 207145"/>
              <a:gd name="connsiteX1" fmla="*/ 12193556 w 12193556"/>
              <a:gd name="connsiteY1" fmla="*/ 0 h 207145"/>
              <a:gd name="connsiteX2" fmla="*/ 12193556 w 12193556"/>
              <a:gd name="connsiteY2" fmla="*/ 164756 h 207145"/>
              <a:gd name="connsiteX3" fmla="*/ 12192000 w 12193556"/>
              <a:gd name="connsiteY3" fmla="*/ 164756 h 207145"/>
              <a:gd name="connsiteX4" fmla="*/ 12192000 w 12193556"/>
              <a:gd name="connsiteY4" fmla="*/ 207145 h 207145"/>
              <a:gd name="connsiteX5" fmla="*/ 0 w 12193556"/>
              <a:gd name="connsiteY5" fmla="*/ 207145 h 207145"/>
              <a:gd name="connsiteX6" fmla="*/ 0 w 12193556"/>
              <a:gd name="connsiteY6" fmla="*/ 161426 h 207145"/>
              <a:gd name="connsiteX7" fmla="*/ 12146756 w 12193556"/>
              <a:gd name="connsiteY7" fmla="*/ 161426 h 20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3556" h="207145">
                <a:moveTo>
                  <a:pt x="12146756" y="0"/>
                </a:moveTo>
                <a:lnTo>
                  <a:pt x="12193556" y="0"/>
                </a:lnTo>
                <a:lnTo>
                  <a:pt x="12193556" y="164756"/>
                </a:lnTo>
                <a:lnTo>
                  <a:pt x="12192000" y="164756"/>
                </a:lnTo>
                <a:lnTo>
                  <a:pt x="12192000" y="207145"/>
                </a:lnTo>
                <a:lnTo>
                  <a:pt x="0" y="207145"/>
                </a:lnTo>
                <a:lnTo>
                  <a:pt x="0" y="161426"/>
                </a:lnTo>
                <a:lnTo>
                  <a:pt x="12146756" y="161426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5449A610-F12D-B446-8AC0-F77EFC090E3F}"/>
              </a:ext>
            </a:extLst>
          </p:cNvPr>
          <p:cNvSpPr/>
          <p:nvPr userDrawn="1"/>
        </p:nvSpPr>
        <p:spPr>
          <a:xfrm>
            <a:off x="0" y="0"/>
            <a:ext cx="238539" cy="2385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3C6362C1-EF09-8D46-AB92-F7E9571A21FF}"/>
              </a:ext>
            </a:extLst>
          </p:cNvPr>
          <p:cNvSpPr/>
          <p:nvPr userDrawn="1"/>
        </p:nvSpPr>
        <p:spPr>
          <a:xfrm>
            <a:off x="11953461" y="3938955"/>
            <a:ext cx="238539" cy="2385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243E790B-6580-9D45-ACE5-50649DC97A10}"/>
              </a:ext>
            </a:extLst>
          </p:cNvPr>
          <p:cNvSpPr/>
          <p:nvPr userDrawn="1"/>
        </p:nvSpPr>
        <p:spPr>
          <a:xfrm>
            <a:off x="11192608" y="4177494"/>
            <a:ext cx="760853" cy="2385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43FBB1A0-E971-C14B-896D-300D22B669BD}"/>
              </a:ext>
            </a:extLst>
          </p:cNvPr>
          <p:cNvSpPr/>
          <p:nvPr userDrawn="1"/>
        </p:nvSpPr>
        <p:spPr>
          <a:xfrm>
            <a:off x="11944669" y="940778"/>
            <a:ext cx="238539" cy="2385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E90CE00-3610-0943-94F8-A0D045C97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3087" y="954477"/>
            <a:ext cx="9409923" cy="118616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noProof="0" dirty="0"/>
              <a:t>Click to add a title</a:t>
            </a:r>
          </a:p>
        </p:txBody>
      </p:sp>
      <p:sp>
        <p:nvSpPr>
          <p:cNvPr id="13" name="Tijdelijke aanduiding voor tekst 2">
            <a:extLst>
              <a:ext uri="{FF2B5EF4-FFF2-40B4-BE49-F238E27FC236}">
                <a16:creationId xmlns:a16="http://schemas.microsoft.com/office/drawing/2014/main" id="{3BC02FED-CCEB-1F48-B168-656D4E68BA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93087" y="2140642"/>
            <a:ext cx="9409923" cy="3997360"/>
          </a:xfrm>
        </p:spPr>
        <p:txBody>
          <a:bodyPr/>
          <a:lstStyle>
            <a:lvl1pPr marL="228600" indent="-228600">
              <a:buClr>
                <a:srgbClr val="FF00FF"/>
              </a:buClr>
              <a:buFont typeface="Wingdings" pitchFamily="2" charset="2"/>
              <a:buChar char="§"/>
              <a:defRPr sz="2000"/>
            </a:lvl1pPr>
            <a:lvl2pPr marL="685800" indent="-228600">
              <a:buClr>
                <a:srgbClr val="FF00FF"/>
              </a:buClr>
              <a:buFont typeface="Wingdings" pitchFamily="2" charset="2"/>
              <a:buChar char="§"/>
              <a:defRPr sz="1800"/>
            </a:lvl2pPr>
            <a:lvl3pPr marL="1143000" indent="-228600">
              <a:buClr>
                <a:srgbClr val="FF00FF"/>
              </a:buClr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F00FF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F00FF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GB" noProof="0" dirty="0"/>
              <a:t>Click to add text 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233335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(pi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3">
            <a:extLst>
              <a:ext uri="{FF2B5EF4-FFF2-40B4-BE49-F238E27FC236}">
                <a16:creationId xmlns:a16="http://schemas.microsoft.com/office/drawing/2014/main" id="{5449A610-F12D-B446-8AC0-F77EFC090E3F}"/>
              </a:ext>
            </a:extLst>
          </p:cNvPr>
          <p:cNvSpPr/>
          <p:nvPr userDrawn="1"/>
        </p:nvSpPr>
        <p:spPr>
          <a:xfrm>
            <a:off x="0" y="0"/>
            <a:ext cx="238539" cy="2385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3C6362C1-EF09-8D46-AB92-F7E9571A21FF}"/>
              </a:ext>
            </a:extLst>
          </p:cNvPr>
          <p:cNvSpPr/>
          <p:nvPr userDrawn="1"/>
        </p:nvSpPr>
        <p:spPr>
          <a:xfrm>
            <a:off x="11953461" y="3938955"/>
            <a:ext cx="238539" cy="2385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243E790B-6580-9D45-ACE5-50649DC97A10}"/>
              </a:ext>
            </a:extLst>
          </p:cNvPr>
          <p:cNvSpPr/>
          <p:nvPr userDrawn="1"/>
        </p:nvSpPr>
        <p:spPr>
          <a:xfrm>
            <a:off x="11192608" y="4177494"/>
            <a:ext cx="760853" cy="2385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43FBB1A0-E971-C14B-896D-300D22B669BD}"/>
              </a:ext>
            </a:extLst>
          </p:cNvPr>
          <p:cNvSpPr/>
          <p:nvPr userDrawn="1"/>
        </p:nvSpPr>
        <p:spPr>
          <a:xfrm>
            <a:off x="11944669" y="940778"/>
            <a:ext cx="238539" cy="2385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E90CE00-3610-0943-94F8-A0D045C97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3087" y="954477"/>
            <a:ext cx="9409923" cy="118616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noProof="0" dirty="0"/>
              <a:t>Click to add a title</a:t>
            </a:r>
            <a:endParaRPr lang="en-US" dirty="0"/>
          </a:p>
        </p:txBody>
      </p:sp>
      <p:sp>
        <p:nvSpPr>
          <p:cNvPr id="13" name="Tijdelijke aanduiding voor tekst 2">
            <a:extLst>
              <a:ext uri="{FF2B5EF4-FFF2-40B4-BE49-F238E27FC236}">
                <a16:creationId xmlns:a16="http://schemas.microsoft.com/office/drawing/2014/main" id="{3BC02FED-CCEB-1F48-B168-656D4E68BA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93087" y="2140642"/>
            <a:ext cx="9409923" cy="3997360"/>
          </a:xfrm>
        </p:spPr>
        <p:txBody>
          <a:bodyPr/>
          <a:lstStyle>
            <a:lvl1pPr marL="228600" indent="-228600">
              <a:buClr>
                <a:srgbClr val="FF00FF"/>
              </a:buClr>
              <a:buFont typeface="Wingdings" pitchFamily="2" charset="2"/>
              <a:buChar char="§"/>
              <a:defRPr sz="2000"/>
            </a:lvl1pPr>
            <a:lvl2pPr marL="685800" indent="-228600">
              <a:buClr>
                <a:srgbClr val="FF00FF"/>
              </a:buClr>
              <a:buFont typeface="Wingdings" pitchFamily="2" charset="2"/>
              <a:buChar char="§"/>
              <a:defRPr sz="1800"/>
            </a:lvl2pPr>
            <a:lvl3pPr marL="1143000" indent="-228600">
              <a:buClr>
                <a:srgbClr val="FF00FF"/>
              </a:buClr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F00FF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F00FF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GB" noProof="0" dirty="0"/>
              <a:t>Click to add text 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</a:p>
        </p:txBody>
      </p:sp>
      <p:sp>
        <p:nvSpPr>
          <p:cNvPr id="10" name="Vrije vorm 9">
            <a:extLst>
              <a:ext uri="{FF2B5EF4-FFF2-40B4-BE49-F238E27FC236}">
                <a16:creationId xmlns:a16="http://schemas.microsoft.com/office/drawing/2014/main" id="{0581DE0E-4100-C344-BDD8-4A740D2CE715}"/>
              </a:ext>
            </a:extLst>
          </p:cNvPr>
          <p:cNvSpPr/>
          <p:nvPr userDrawn="1"/>
        </p:nvSpPr>
        <p:spPr>
          <a:xfrm>
            <a:off x="0" y="6650855"/>
            <a:ext cx="12193556" cy="207145"/>
          </a:xfrm>
          <a:custGeom>
            <a:avLst/>
            <a:gdLst>
              <a:gd name="connsiteX0" fmla="*/ 12146756 w 12193556"/>
              <a:gd name="connsiteY0" fmla="*/ 0 h 207145"/>
              <a:gd name="connsiteX1" fmla="*/ 12193556 w 12193556"/>
              <a:gd name="connsiteY1" fmla="*/ 0 h 207145"/>
              <a:gd name="connsiteX2" fmla="*/ 12193556 w 12193556"/>
              <a:gd name="connsiteY2" fmla="*/ 164756 h 207145"/>
              <a:gd name="connsiteX3" fmla="*/ 12192000 w 12193556"/>
              <a:gd name="connsiteY3" fmla="*/ 164756 h 207145"/>
              <a:gd name="connsiteX4" fmla="*/ 12192000 w 12193556"/>
              <a:gd name="connsiteY4" fmla="*/ 207145 h 207145"/>
              <a:gd name="connsiteX5" fmla="*/ 0 w 12193556"/>
              <a:gd name="connsiteY5" fmla="*/ 207145 h 207145"/>
              <a:gd name="connsiteX6" fmla="*/ 0 w 12193556"/>
              <a:gd name="connsiteY6" fmla="*/ 161426 h 207145"/>
              <a:gd name="connsiteX7" fmla="*/ 12146756 w 12193556"/>
              <a:gd name="connsiteY7" fmla="*/ 161426 h 20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3556" h="207145">
                <a:moveTo>
                  <a:pt x="12146756" y="0"/>
                </a:moveTo>
                <a:lnTo>
                  <a:pt x="12193556" y="0"/>
                </a:lnTo>
                <a:lnTo>
                  <a:pt x="12193556" y="164756"/>
                </a:lnTo>
                <a:lnTo>
                  <a:pt x="12192000" y="164756"/>
                </a:lnTo>
                <a:lnTo>
                  <a:pt x="12192000" y="207145"/>
                </a:lnTo>
                <a:lnTo>
                  <a:pt x="0" y="207145"/>
                </a:lnTo>
                <a:lnTo>
                  <a:pt x="0" y="161426"/>
                </a:lnTo>
                <a:lnTo>
                  <a:pt x="12146756" y="161426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D820BA36-DCC2-B947-BA27-3FDC314236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0037" y="6673080"/>
            <a:ext cx="126933" cy="1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9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left, pi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44992551-02D9-7543-B63C-7538E5FBED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5988050" cy="6858000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	Click on the icon to add an image</a:t>
            </a:r>
            <a:endParaRPr lang="nl-BE" dirty="0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0D68955-BAC6-46C2-8ECF-879FAEC0EC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2582" y="996799"/>
            <a:ext cx="4628745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noProof="0" dirty="0"/>
              <a:t>Click to add a title</a:t>
            </a:r>
            <a:endParaRPr lang="en-US" dirty="0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A37433B3-739E-484D-BB76-55C57B30AE9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E08700FF-0889-4F77-A0D3-D76FA21138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1985" y="2452523"/>
            <a:ext cx="4619342" cy="4125251"/>
          </a:xfrm>
        </p:spPr>
        <p:txBody>
          <a:bodyPr/>
          <a:lstStyle>
            <a:lvl1pPr marL="228600" indent="-228600">
              <a:buClr>
                <a:srgbClr val="FF00FF"/>
              </a:buClr>
              <a:buFont typeface="Wingdings" pitchFamily="2" charset="2"/>
              <a:buChar char="§"/>
              <a:defRPr sz="2000"/>
            </a:lvl1pPr>
            <a:lvl2pPr marL="685800" indent="-228600">
              <a:buClr>
                <a:srgbClr val="FF00FF"/>
              </a:buClr>
              <a:buFont typeface="Wingdings" pitchFamily="2" charset="2"/>
              <a:buChar char="§"/>
              <a:defRPr sz="1800"/>
            </a:lvl2pPr>
            <a:lvl3pPr marL="1143000" indent="-228600">
              <a:buClr>
                <a:srgbClr val="FF00FF"/>
              </a:buClr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F00FF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F00FF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GB" noProof="0" dirty="0"/>
              <a:t>Click to add text 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100356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right, pi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44992551-02D9-7543-B63C-7538E5FBEDE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0" y="0"/>
            <a:ext cx="5988050" cy="685800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Click on the icon to add an image</a:t>
            </a:r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0D68955-BAC6-46C2-8ECF-879FAEC0EC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991" y="996799"/>
            <a:ext cx="4628745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noProof="0" dirty="0"/>
              <a:t>Click to add a title</a:t>
            </a:r>
            <a:endParaRPr lang="en-US" dirty="0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94BBEBA3-C9D2-164C-BC6E-AB027CCBC8B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9A637B12-B9C8-4314-AF25-A576F7B8A6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2991" y="2452523"/>
            <a:ext cx="4619342" cy="4125251"/>
          </a:xfrm>
        </p:spPr>
        <p:txBody>
          <a:bodyPr/>
          <a:lstStyle>
            <a:lvl1pPr marL="228600" indent="-228600">
              <a:buClr>
                <a:srgbClr val="FF00FF"/>
              </a:buClr>
              <a:buFont typeface="Wingdings" pitchFamily="2" charset="2"/>
              <a:buChar char="§"/>
              <a:defRPr sz="2000"/>
            </a:lvl1pPr>
            <a:lvl2pPr marL="685800" indent="-228600">
              <a:buClr>
                <a:srgbClr val="FF00FF"/>
              </a:buClr>
              <a:buFont typeface="Wingdings" pitchFamily="2" charset="2"/>
              <a:buChar char="§"/>
              <a:defRPr sz="1800"/>
            </a:lvl2pPr>
            <a:lvl3pPr marL="1143000" indent="-228600">
              <a:buClr>
                <a:srgbClr val="FF00FF"/>
              </a:buClr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F00FF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F00FF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GB" noProof="0" dirty="0"/>
              <a:t>Click to add text 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2616921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left, yello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jdelijke aanduiding voor afbeelding 3">
            <a:extLst>
              <a:ext uri="{FF2B5EF4-FFF2-40B4-BE49-F238E27FC236}">
                <a16:creationId xmlns:a16="http://schemas.microsoft.com/office/drawing/2014/main" id="{39581212-D60A-FE4F-B349-3B816E3BE2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59880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Click on the icon to add an image</a:t>
            </a:r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0D68955-BAC6-46C2-8ECF-879FAEC0EC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2582" y="996799"/>
            <a:ext cx="4628745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noProof="0" dirty="0"/>
              <a:t>Click to add a title</a:t>
            </a:r>
            <a:endParaRPr lang="en-US" dirty="0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66B4D25C-5E96-F147-86A4-D41E9168FF7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49B48D92-E042-428C-8B86-C2D2B70102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1985" y="2485696"/>
            <a:ext cx="4619342" cy="4125251"/>
          </a:xfrm>
        </p:spPr>
        <p:txBody>
          <a:bodyPr/>
          <a:lstStyle>
            <a:lvl1pPr marL="228600" indent="-228600">
              <a:buClr>
                <a:srgbClr val="FF00FF"/>
              </a:buClr>
              <a:buFont typeface="Wingdings" pitchFamily="2" charset="2"/>
              <a:buChar char="§"/>
              <a:defRPr sz="2000"/>
            </a:lvl1pPr>
            <a:lvl2pPr marL="685800" indent="-228600">
              <a:buClr>
                <a:srgbClr val="FF00FF"/>
              </a:buClr>
              <a:buFont typeface="Wingdings" pitchFamily="2" charset="2"/>
              <a:buChar char="§"/>
              <a:defRPr sz="1800"/>
            </a:lvl2pPr>
            <a:lvl3pPr marL="1143000" indent="-228600">
              <a:buClr>
                <a:srgbClr val="FF00FF"/>
              </a:buClr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F00FF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F00FF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GB" noProof="0" dirty="0"/>
              <a:t>Click to add text 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3753209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right, yello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jdelijke aanduiding voor afbeelding 3">
            <a:extLst>
              <a:ext uri="{FF2B5EF4-FFF2-40B4-BE49-F238E27FC236}">
                <a16:creationId xmlns:a16="http://schemas.microsoft.com/office/drawing/2014/main" id="{39581212-D60A-FE4F-B349-3B816E3BE2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03950" y="0"/>
            <a:ext cx="5988050" cy="6858000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Click on the icon to add an image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90283E73-741C-8B41-9E77-DA36761EA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991" y="996799"/>
            <a:ext cx="4628745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noProof="0" dirty="0"/>
              <a:t>Click to add a title</a:t>
            </a:r>
            <a:endParaRPr lang="en-US" dirty="0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F86DB4C3-FBCB-2042-BE51-F8ED79292DD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F3B6B3FF-B552-4300-8B05-5CE6F5A0E0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2991" y="2452523"/>
            <a:ext cx="4619342" cy="4125251"/>
          </a:xfrm>
        </p:spPr>
        <p:txBody>
          <a:bodyPr/>
          <a:lstStyle>
            <a:lvl1pPr marL="228600" indent="-228600">
              <a:buClr>
                <a:srgbClr val="FF00FF"/>
              </a:buClr>
              <a:buFont typeface="Wingdings" pitchFamily="2" charset="2"/>
              <a:buChar char="§"/>
              <a:defRPr sz="2000"/>
            </a:lvl1pPr>
            <a:lvl2pPr marL="685800" indent="-228600">
              <a:buClr>
                <a:srgbClr val="FF00FF"/>
              </a:buClr>
              <a:buFont typeface="Wingdings" pitchFamily="2" charset="2"/>
              <a:buChar char="§"/>
              <a:defRPr sz="1800"/>
            </a:lvl2pPr>
            <a:lvl3pPr marL="1143000" indent="-228600">
              <a:buClr>
                <a:srgbClr val="FF00FF"/>
              </a:buClr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F00FF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F00FF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GB" noProof="0" dirty="0"/>
              <a:t>Click to add text 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3873774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left,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8">
            <a:extLst>
              <a:ext uri="{FF2B5EF4-FFF2-40B4-BE49-F238E27FC236}">
                <a16:creationId xmlns:a16="http://schemas.microsoft.com/office/drawing/2014/main" id="{40D68955-BAC6-46C2-8ECF-879FAEC0EC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2582" y="996799"/>
            <a:ext cx="4628745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noProof="0" dirty="0"/>
              <a:t>Click to add a title</a:t>
            </a:r>
            <a:endParaRPr lang="en-US" dirty="0"/>
          </a:p>
        </p:txBody>
      </p:sp>
      <p:sp>
        <p:nvSpPr>
          <p:cNvPr id="11" name="Tijdelijke aanduiding voor afbeelding 3">
            <a:extLst>
              <a:ext uri="{FF2B5EF4-FFF2-40B4-BE49-F238E27FC236}">
                <a16:creationId xmlns:a16="http://schemas.microsoft.com/office/drawing/2014/main" id="{360E6A6F-9770-B245-BA2B-C71EE28B5CD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988050" cy="685800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  <a:p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Click on the icon to add an image</a:t>
            </a:r>
          </a:p>
          <a:p>
            <a:endParaRPr lang="en-GB" noProof="0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420E659-8725-6143-A279-8A81626A2A9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DC79F678-FCBC-4898-BBE6-E0159E20E8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1985" y="2452523"/>
            <a:ext cx="4619342" cy="4125251"/>
          </a:xfrm>
        </p:spPr>
        <p:txBody>
          <a:bodyPr/>
          <a:lstStyle>
            <a:lvl1pPr marL="228600" indent="-228600">
              <a:buClr>
                <a:srgbClr val="FF00FF"/>
              </a:buClr>
              <a:buFont typeface="Wingdings" pitchFamily="2" charset="2"/>
              <a:buChar char="§"/>
              <a:defRPr sz="2000"/>
            </a:lvl1pPr>
            <a:lvl2pPr marL="685800" indent="-228600">
              <a:buClr>
                <a:srgbClr val="FF00FF"/>
              </a:buClr>
              <a:buFont typeface="Wingdings" pitchFamily="2" charset="2"/>
              <a:buChar char="§"/>
              <a:defRPr sz="1800"/>
            </a:lvl2pPr>
            <a:lvl3pPr marL="1143000" indent="-228600">
              <a:buClr>
                <a:srgbClr val="FF00FF"/>
              </a:buClr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F00FF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F00FF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GB" noProof="0" dirty="0"/>
              <a:t>Click to add text 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219030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right,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3">
            <a:extLst>
              <a:ext uri="{FF2B5EF4-FFF2-40B4-BE49-F238E27FC236}">
                <a16:creationId xmlns:a16="http://schemas.microsoft.com/office/drawing/2014/main" id="{360E6A6F-9770-B245-BA2B-C71EE28B5CD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0" y="0"/>
            <a:ext cx="5988050" cy="6858000"/>
          </a:xfr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endParaRPr lang="en-GB" noProof="0" dirty="0"/>
          </a:p>
          <a:p>
            <a:endParaRPr lang="en-GB" noProof="0" dirty="0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Click on the icon to add an image</a:t>
            </a:r>
          </a:p>
          <a:p>
            <a:endParaRPr lang="en-GB" noProof="0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E217A6F3-B724-BC49-A81E-F829D6E310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991" y="996799"/>
            <a:ext cx="4628745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noProof="0" dirty="0"/>
              <a:t>Click to add a title</a:t>
            </a:r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46B34040-66DB-6B48-A9E2-D4B05FCCE34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805CF9F6-C010-4339-A300-C37A746E81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2991" y="2452523"/>
            <a:ext cx="4619342" cy="4125251"/>
          </a:xfrm>
        </p:spPr>
        <p:txBody>
          <a:bodyPr/>
          <a:lstStyle>
            <a:lvl1pPr marL="228600" indent="-228600">
              <a:buClr>
                <a:srgbClr val="FF00FF"/>
              </a:buClr>
              <a:buFont typeface="Wingdings" pitchFamily="2" charset="2"/>
              <a:buChar char="§"/>
              <a:defRPr sz="2000"/>
            </a:lvl1pPr>
            <a:lvl2pPr marL="685800" indent="-228600">
              <a:buClr>
                <a:srgbClr val="FF00FF"/>
              </a:buClr>
              <a:buFont typeface="Wingdings" pitchFamily="2" charset="2"/>
              <a:buChar char="§"/>
              <a:defRPr sz="1800"/>
            </a:lvl2pPr>
            <a:lvl3pPr marL="1143000" indent="-228600">
              <a:buClr>
                <a:srgbClr val="FF00FF"/>
              </a:buClr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F00FF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F00FF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GB" noProof="0" dirty="0"/>
              <a:t>Click to add text 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3314158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geel vlak (lin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3">
            <a:extLst>
              <a:ext uri="{FF2B5EF4-FFF2-40B4-BE49-F238E27FC236}">
                <a16:creationId xmlns:a16="http://schemas.microsoft.com/office/drawing/2014/main" id="{3A0FD3B4-DF70-5A48-8F4F-27F2B46034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950" y="0"/>
            <a:ext cx="59880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Click on the icon to add an image</a:t>
            </a:r>
            <a:endParaRPr lang="nl-BE" dirty="0"/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6A636BE2-C21E-4CCA-899F-20EAFDD26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73" y="566455"/>
            <a:ext cx="4628745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noProof="0" dirty="0"/>
              <a:t>Click to add a title</a:t>
            </a:r>
            <a:endParaRPr lang="en-US" dirty="0"/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67015970-7EE1-4AA4-87A3-92ADC4BF99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3776" y="2077243"/>
            <a:ext cx="4619342" cy="4125251"/>
          </a:xfrm>
        </p:spPr>
        <p:txBody>
          <a:bodyPr/>
          <a:lstStyle>
            <a:lvl1pPr marL="0" indent="0">
              <a:buClr>
                <a:srgbClr val="FF00FF"/>
              </a:buClr>
              <a:buFont typeface="Wingdings" pitchFamily="2" charset="2"/>
              <a:buNone/>
              <a:defRPr sz="2000"/>
            </a:lvl1pPr>
            <a:lvl2pPr marL="685800" indent="-228600">
              <a:buClr>
                <a:srgbClr val="FF00FF"/>
              </a:buClr>
              <a:buFont typeface="Wingdings" pitchFamily="2" charset="2"/>
              <a:buChar char="§"/>
              <a:defRPr sz="1800"/>
            </a:lvl2pPr>
            <a:lvl3pPr marL="1143000" indent="-228600">
              <a:buClr>
                <a:srgbClr val="FF00FF"/>
              </a:buClr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F00FF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F00FF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GB" noProof="0" dirty="0"/>
              <a:t>Click to add text 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</a:p>
          <a:p>
            <a:pPr lvl="0"/>
            <a:endParaRPr lang="nl-BE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796DD06-133D-A948-A941-611D7E4AEC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866131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 + Foto + wit (lin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496A3DB-FF52-6D45-A678-B29C10F89D8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11" name="Tijdelijke aanduiding voor afbeelding 3">
            <a:extLst>
              <a:ext uri="{FF2B5EF4-FFF2-40B4-BE49-F238E27FC236}">
                <a16:creationId xmlns:a16="http://schemas.microsoft.com/office/drawing/2014/main" id="{3A0FD3B4-DF70-5A48-8F4F-27F2B46034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3950" y="0"/>
            <a:ext cx="5988050" cy="68580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6A636BE2-C21E-4CCA-899F-20EAFDD26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373" y="566455"/>
            <a:ext cx="4628745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67015970-7EE1-4AA4-87A3-92ADC4BF99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76" y="2077243"/>
            <a:ext cx="4619342" cy="4125251"/>
          </a:xfrm>
        </p:spPr>
        <p:txBody>
          <a:bodyPr/>
          <a:lstStyle>
            <a:lvl1pPr marL="228600" indent="-228600">
              <a:buClr>
                <a:srgbClr val="FF00FF"/>
              </a:buClr>
              <a:buFont typeface="Wingdings" pitchFamily="2" charset="2"/>
              <a:buChar char="§"/>
              <a:defRPr sz="2000"/>
            </a:lvl1pPr>
            <a:lvl2pPr marL="685800" indent="-228600">
              <a:buClr>
                <a:srgbClr val="FF00FF"/>
              </a:buClr>
              <a:buFont typeface="Wingdings" pitchFamily="2" charset="2"/>
              <a:buChar char="§"/>
              <a:defRPr sz="1800"/>
            </a:lvl2pPr>
            <a:lvl3pPr marL="1143000" indent="-228600">
              <a:buClr>
                <a:srgbClr val="FF00FF"/>
              </a:buClr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F00FF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F00FF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61869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version (pink with detai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3FEE3DB-A22C-9342-827C-C06B325B471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11" name="Tijdelijke aanduiding voor afbeelding 3">
            <a:extLst>
              <a:ext uri="{FF2B5EF4-FFF2-40B4-BE49-F238E27FC236}">
                <a16:creationId xmlns:a16="http://schemas.microsoft.com/office/drawing/2014/main" id="{3A0FD3B4-DF70-5A48-8F4F-27F2B46034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3950" y="0"/>
            <a:ext cx="5988050" cy="6858000"/>
          </a:xfr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Click on the icon to add an image</a:t>
            </a: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6A636BE2-C21E-4CCA-899F-20EAFDD26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73" y="566455"/>
            <a:ext cx="4628745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noProof="0" dirty="0"/>
              <a:t>Click to add a title</a:t>
            </a:r>
            <a:endParaRPr lang="en-US" dirty="0"/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67015970-7EE1-4AA4-87A3-92ADC4BF99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3776" y="2077243"/>
            <a:ext cx="4619342" cy="4125251"/>
          </a:xfrm>
        </p:spPr>
        <p:txBody>
          <a:bodyPr/>
          <a:lstStyle>
            <a:lvl1pPr marL="228600" indent="-228600">
              <a:buClr>
                <a:srgbClr val="FF00FF"/>
              </a:buClr>
              <a:buFont typeface="Wingdings" pitchFamily="2" charset="2"/>
              <a:buChar char="§"/>
              <a:defRPr sz="2000"/>
            </a:lvl1pPr>
            <a:lvl2pPr marL="685800" indent="-228600">
              <a:buClr>
                <a:srgbClr val="FF00FF"/>
              </a:buClr>
              <a:buFont typeface="Wingdings" pitchFamily="2" charset="2"/>
              <a:buChar char="§"/>
              <a:defRPr sz="1800"/>
            </a:lvl2pPr>
            <a:lvl3pPr marL="1143000" indent="-228600">
              <a:buClr>
                <a:srgbClr val="FF00FF"/>
              </a:buClr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F00FF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F00FF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GB" noProof="0" dirty="0"/>
              <a:t>Click to add text 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629949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version (pink with detai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3FEE3DB-A22C-9342-827C-C06B325B471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BE" dirty="0"/>
          </a:p>
        </p:txBody>
      </p:sp>
      <p:sp>
        <p:nvSpPr>
          <p:cNvPr id="11" name="Tijdelijke aanduiding voor afbeelding 3">
            <a:extLst>
              <a:ext uri="{FF2B5EF4-FFF2-40B4-BE49-F238E27FC236}">
                <a16:creationId xmlns:a16="http://schemas.microsoft.com/office/drawing/2014/main" id="{3A0FD3B4-DF70-5A48-8F4F-27F2B46034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950" y="0"/>
            <a:ext cx="5988050" cy="6858000"/>
          </a:xfr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	Click on the icon to add an image</a:t>
            </a:r>
          </a:p>
          <a:p>
            <a:endParaRPr lang="nl-BE" dirty="0"/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6A636BE2-C21E-4CCA-899F-20EAFDD26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73" y="566455"/>
            <a:ext cx="4628745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noProof="0" dirty="0"/>
              <a:t>Click to add a title</a:t>
            </a:r>
            <a:endParaRPr lang="en-US" dirty="0"/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67015970-7EE1-4AA4-87A3-92ADC4BF99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3776" y="2077243"/>
            <a:ext cx="4619342" cy="4125251"/>
          </a:xfrm>
        </p:spPr>
        <p:txBody>
          <a:bodyPr/>
          <a:lstStyle>
            <a:lvl1pPr marL="228600" indent="-228600">
              <a:buClr>
                <a:srgbClr val="FF00FF"/>
              </a:buClr>
              <a:buFont typeface="Wingdings" pitchFamily="2" charset="2"/>
              <a:buChar char="§"/>
              <a:defRPr sz="2000"/>
            </a:lvl1pPr>
            <a:lvl2pPr marL="685800" indent="-228600">
              <a:buClr>
                <a:srgbClr val="FF00FF"/>
              </a:buClr>
              <a:buFont typeface="Wingdings" pitchFamily="2" charset="2"/>
              <a:buChar char="§"/>
              <a:defRPr sz="1800"/>
            </a:lvl2pPr>
            <a:lvl3pPr marL="1143000" indent="-228600">
              <a:buClr>
                <a:srgbClr val="FF00FF"/>
              </a:buClr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F00FF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F00FF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GB" noProof="0" dirty="0"/>
              <a:t>Click to add text 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03473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version (black with yellow detai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3FEE3DB-A22C-9342-827C-C06B325B471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BE" dirty="0"/>
          </a:p>
        </p:txBody>
      </p:sp>
      <p:sp>
        <p:nvSpPr>
          <p:cNvPr id="11" name="Tijdelijke aanduiding voor afbeelding 3">
            <a:extLst>
              <a:ext uri="{FF2B5EF4-FFF2-40B4-BE49-F238E27FC236}">
                <a16:creationId xmlns:a16="http://schemas.microsoft.com/office/drawing/2014/main" id="{3A0FD3B4-DF70-5A48-8F4F-27F2B46034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3950" y="0"/>
            <a:ext cx="5988050" cy="6858000"/>
          </a:xfr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Click on the icon to add an image</a:t>
            </a:r>
          </a:p>
          <a:p>
            <a:endParaRPr lang="en-GB" noProof="0" dirty="0"/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6A636BE2-C21E-4CCA-899F-20EAFDD26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73" y="566455"/>
            <a:ext cx="4628745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noProof="0" dirty="0"/>
              <a:t>Click to add a title</a:t>
            </a:r>
            <a:endParaRPr lang="en-US" dirty="0"/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67015970-7EE1-4AA4-87A3-92ADC4BF99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3776" y="2077243"/>
            <a:ext cx="4619342" cy="4125251"/>
          </a:xfrm>
        </p:spPr>
        <p:txBody>
          <a:bodyPr/>
          <a:lstStyle>
            <a:lvl1pPr marL="228600" indent="-228600">
              <a:buClr>
                <a:srgbClr val="FF00FF"/>
              </a:buClr>
              <a:buFont typeface="Wingdings" pitchFamily="2" charset="2"/>
              <a:buChar char="§"/>
              <a:defRPr sz="2000"/>
            </a:lvl1pPr>
            <a:lvl2pPr marL="685800" indent="-228600">
              <a:buClr>
                <a:srgbClr val="FF00FF"/>
              </a:buClr>
              <a:buFont typeface="Wingdings" pitchFamily="2" charset="2"/>
              <a:buChar char="§"/>
              <a:defRPr sz="1800"/>
            </a:lvl2pPr>
            <a:lvl3pPr marL="1143000" indent="-228600">
              <a:buClr>
                <a:srgbClr val="FF00FF"/>
              </a:buClr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F00FF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F00FF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GB" noProof="0" dirty="0"/>
              <a:t>Click to add text 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62339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version (black with white detai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3FEE3DB-A22C-9342-827C-C06B325B471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BE" dirty="0"/>
          </a:p>
        </p:txBody>
      </p:sp>
      <p:sp>
        <p:nvSpPr>
          <p:cNvPr id="11" name="Tijdelijke aanduiding voor afbeelding 3">
            <a:extLst>
              <a:ext uri="{FF2B5EF4-FFF2-40B4-BE49-F238E27FC236}">
                <a16:creationId xmlns:a16="http://schemas.microsoft.com/office/drawing/2014/main" id="{3A0FD3B4-DF70-5A48-8F4F-27F2B46034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3950" y="0"/>
            <a:ext cx="5988050" cy="68580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6A636BE2-C21E-4CCA-899F-20EAFDD26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373" y="566455"/>
            <a:ext cx="4628745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67015970-7EE1-4AA4-87A3-92ADC4BF99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76" y="2077243"/>
            <a:ext cx="4619342" cy="4125251"/>
          </a:xfrm>
        </p:spPr>
        <p:txBody>
          <a:bodyPr/>
          <a:lstStyle>
            <a:lvl1pPr marL="228600" indent="-228600">
              <a:buClr>
                <a:srgbClr val="FF00FF"/>
              </a:buClr>
              <a:buFont typeface="Wingdings" pitchFamily="2" charset="2"/>
              <a:buChar char="§"/>
              <a:defRPr sz="2000"/>
            </a:lvl1pPr>
            <a:lvl2pPr marL="685800" indent="-228600">
              <a:buClr>
                <a:srgbClr val="FF00FF"/>
              </a:buClr>
              <a:buFont typeface="Wingdings" pitchFamily="2" charset="2"/>
              <a:buChar char="§"/>
              <a:defRPr sz="1800"/>
            </a:lvl2pPr>
            <a:lvl3pPr marL="1143000" indent="-228600">
              <a:buClr>
                <a:srgbClr val="FF00FF"/>
              </a:buClr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F00FF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F00FF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69560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version (title, yello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B8366A6-CC62-9643-995D-D87168411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43805A5C-55D3-C84E-8087-206A57B954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				Click on the icon to add an image</a:t>
            </a:r>
            <a:endParaRPr lang="nl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10C29A-7E93-044A-B9B3-E26035225A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37522" y="1509805"/>
            <a:ext cx="9144000" cy="1638641"/>
          </a:xfrm>
          <a:noFill/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nl-NL" dirty="0"/>
              <a:t>.</a:t>
            </a:r>
            <a:r>
              <a:rPr lang="en-GB" noProof="0" dirty="0"/>
              <a:t>Put the title here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236718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version (title, pi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B8366A6-CC62-9643-995D-D87168411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43805A5C-55D3-C84E-8087-206A57B954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				Click on the icon to add an image</a:t>
            </a:r>
            <a:endParaRPr lang="nl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10C29A-7E93-044A-B9B3-E26035225A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37522" y="1509805"/>
            <a:ext cx="9144000" cy="1638641"/>
          </a:xfrm>
          <a:noFill/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nl-NL" dirty="0"/>
              <a:t>.</a:t>
            </a:r>
            <a:r>
              <a:rPr lang="en-GB" noProof="0" dirty="0"/>
              <a:t>Put the title here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0564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version (title, pink with yellow pixel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B8366A6-CC62-9643-995D-D87168411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43805A5C-55D3-C84E-8087-206A57B954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				Click on the icon to add an image</a:t>
            </a:r>
            <a:endParaRPr lang="nl-BE" dirty="0"/>
          </a:p>
          <a:p>
            <a:endParaRPr lang="nl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10C29A-7E93-044A-B9B3-E26035225A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37522" y="1509805"/>
            <a:ext cx="9144000" cy="1638641"/>
          </a:xfrm>
          <a:noFill/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nl-NL" dirty="0"/>
              <a:t>.</a:t>
            </a:r>
            <a:r>
              <a:rPr lang="en-GB" noProof="0" dirty="0"/>
              <a:t>Put the title here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2283819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version (half image, half text,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jdelijke aanduiding voor afbeelding 34">
            <a:extLst>
              <a:ext uri="{FF2B5EF4-FFF2-40B4-BE49-F238E27FC236}">
                <a16:creationId xmlns:a16="http://schemas.microsoft.com/office/drawing/2014/main" id="{57C6DF8F-F123-5F41-8017-2A878E1EE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89644" y="0"/>
            <a:ext cx="5602356" cy="6858000"/>
          </a:xfrm>
          <a:custGeom>
            <a:avLst/>
            <a:gdLst>
              <a:gd name="connsiteX0" fmla="*/ 236580 w 5602356"/>
              <a:gd name="connsiteY0" fmla="*/ 0 h 6858000"/>
              <a:gd name="connsiteX1" fmla="*/ 5602356 w 5602356"/>
              <a:gd name="connsiteY1" fmla="*/ 0 h 6858000"/>
              <a:gd name="connsiteX2" fmla="*/ 5602356 w 5602356"/>
              <a:gd name="connsiteY2" fmla="*/ 6858000 h 6858000"/>
              <a:gd name="connsiteX3" fmla="*/ 236580 w 5602356"/>
              <a:gd name="connsiteY3" fmla="*/ 6858000 h 6858000"/>
              <a:gd name="connsiteX4" fmla="*/ 0 w 5602356"/>
              <a:gd name="connsiteY4" fmla="*/ 0 h 6858000"/>
              <a:gd name="connsiteX5" fmla="*/ 236579 w 5602356"/>
              <a:gd name="connsiteY5" fmla="*/ 0 h 6858000"/>
              <a:gd name="connsiteX6" fmla="*/ 236579 w 5602356"/>
              <a:gd name="connsiteY6" fmla="*/ 4542183 h 6858000"/>
              <a:gd name="connsiteX7" fmla="*/ 0 w 5602356"/>
              <a:gd name="connsiteY7" fmla="*/ 4542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02356" h="6858000">
                <a:moveTo>
                  <a:pt x="236580" y="0"/>
                </a:moveTo>
                <a:lnTo>
                  <a:pt x="5602356" y="0"/>
                </a:lnTo>
                <a:lnTo>
                  <a:pt x="5602356" y="6858000"/>
                </a:lnTo>
                <a:lnTo>
                  <a:pt x="236580" y="6858000"/>
                </a:lnTo>
                <a:close/>
                <a:moveTo>
                  <a:pt x="0" y="0"/>
                </a:moveTo>
                <a:lnTo>
                  <a:pt x="236579" y="0"/>
                </a:lnTo>
                <a:lnTo>
                  <a:pt x="236579" y="4542183"/>
                </a:lnTo>
                <a:lnTo>
                  <a:pt x="0" y="454218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	Click on the icon to add an image</a:t>
            </a:r>
            <a:endParaRPr lang="nl-BE" dirty="0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A4F218C4-8104-4C3D-93A1-724DB51439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748" y="566455"/>
            <a:ext cx="4628745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noProof="0" dirty="0"/>
              <a:t>Click to add a title</a:t>
            </a:r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532F7113-D17A-4472-B0E6-456D74382B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151" y="2077243"/>
            <a:ext cx="4619342" cy="4125251"/>
          </a:xfrm>
        </p:spPr>
        <p:txBody>
          <a:bodyPr/>
          <a:lstStyle>
            <a:lvl1pPr marL="228600" indent="-228600">
              <a:buClr>
                <a:srgbClr val="FF00FF"/>
              </a:buClr>
              <a:buFont typeface="Wingdings" pitchFamily="2" charset="2"/>
              <a:buChar char="§"/>
              <a:defRPr sz="2000"/>
            </a:lvl1pPr>
            <a:lvl2pPr marL="685800" indent="-228600">
              <a:buClr>
                <a:srgbClr val="FF00FF"/>
              </a:buClr>
              <a:buFont typeface="Wingdings" pitchFamily="2" charset="2"/>
              <a:buChar char="§"/>
              <a:defRPr sz="1800"/>
            </a:lvl2pPr>
            <a:lvl3pPr marL="1143000" indent="-228600">
              <a:buClr>
                <a:srgbClr val="FF00FF"/>
              </a:buClr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F00FF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F00FF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GB" noProof="0" dirty="0"/>
              <a:t>Click to add text 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7A30AB24-BAD7-4A4B-B969-4B37566D977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1738313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version (half image, half text, yello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AF6BABB8-7A4C-2842-8780-3CF416598B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91200" y="0"/>
            <a:ext cx="6400800" cy="6858000"/>
          </a:xfrm>
        </p:spPr>
        <p:txBody>
          <a:bodyPr/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	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	Click on the icon to add an image</a:t>
            </a:r>
            <a:endParaRPr lang="nl-BE" dirty="0"/>
          </a:p>
          <a:p>
            <a:endParaRPr lang="nl-BE" dirty="0"/>
          </a:p>
        </p:txBody>
      </p:sp>
      <p:sp>
        <p:nvSpPr>
          <p:cNvPr id="6" name="Vrije vorm 5">
            <a:extLst>
              <a:ext uri="{FF2B5EF4-FFF2-40B4-BE49-F238E27FC236}">
                <a16:creationId xmlns:a16="http://schemas.microsoft.com/office/drawing/2014/main" id="{8B67F624-59A0-F548-A73D-0F89D2502AE5}"/>
              </a:ext>
            </a:extLst>
          </p:cNvPr>
          <p:cNvSpPr/>
          <p:nvPr userDrawn="1"/>
        </p:nvSpPr>
        <p:spPr>
          <a:xfrm rot="10800000" flipH="1">
            <a:off x="0" y="0"/>
            <a:ext cx="6096000" cy="6858000"/>
          </a:xfrm>
          <a:custGeom>
            <a:avLst/>
            <a:gdLst>
              <a:gd name="connsiteX0" fmla="*/ 0 w 6232072"/>
              <a:gd name="connsiteY0" fmla="*/ 0 h 6858000"/>
              <a:gd name="connsiteX1" fmla="*/ 6096000 w 6232072"/>
              <a:gd name="connsiteY1" fmla="*/ 0 h 6858000"/>
              <a:gd name="connsiteX2" fmla="*/ 6096000 w 6232072"/>
              <a:gd name="connsiteY2" fmla="*/ 2721429 h 6858000"/>
              <a:gd name="connsiteX3" fmla="*/ 6232072 w 6232072"/>
              <a:gd name="connsiteY3" fmla="*/ 2721429 h 6858000"/>
              <a:gd name="connsiteX4" fmla="*/ 6232072 w 6232072"/>
              <a:gd name="connsiteY4" fmla="*/ 6858000 h 6858000"/>
              <a:gd name="connsiteX5" fmla="*/ 6096000 w 6232072"/>
              <a:gd name="connsiteY5" fmla="*/ 6858000 h 6858000"/>
              <a:gd name="connsiteX6" fmla="*/ 5812972 w 6232072"/>
              <a:gd name="connsiteY6" fmla="*/ 6858000 h 6858000"/>
              <a:gd name="connsiteX7" fmla="*/ 0 w 623207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32072" h="6858000">
                <a:moveTo>
                  <a:pt x="0" y="0"/>
                </a:moveTo>
                <a:lnTo>
                  <a:pt x="6096000" y="0"/>
                </a:lnTo>
                <a:lnTo>
                  <a:pt x="6096000" y="2721429"/>
                </a:lnTo>
                <a:lnTo>
                  <a:pt x="6232072" y="2721429"/>
                </a:lnTo>
                <a:lnTo>
                  <a:pt x="6232072" y="6858000"/>
                </a:lnTo>
                <a:lnTo>
                  <a:pt x="6096000" y="6858000"/>
                </a:lnTo>
                <a:lnTo>
                  <a:pt x="581297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523A2EB7-41DB-4ACF-A2AF-40A38D43F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748" y="566455"/>
            <a:ext cx="4628745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noProof="0" dirty="0"/>
              <a:t>Click to add a title</a:t>
            </a:r>
            <a:endParaRPr lang="en-US" dirty="0"/>
          </a:p>
        </p:txBody>
      </p:sp>
      <p:sp>
        <p:nvSpPr>
          <p:cNvPr id="12" name="Tijdelijke aanduiding voor tekst 2">
            <a:extLst>
              <a:ext uri="{FF2B5EF4-FFF2-40B4-BE49-F238E27FC236}">
                <a16:creationId xmlns:a16="http://schemas.microsoft.com/office/drawing/2014/main" id="{DB6E5CA1-EACF-47FF-83B3-524FB17DD8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3151" y="2077243"/>
            <a:ext cx="4619342" cy="4125251"/>
          </a:xfrm>
        </p:spPr>
        <p:txBody>
          <a:bodyPr/>
          <a:lstStyle>
            <a:lvl1pPr marL="228600" indent="-228600">
              <a:buClrTx/>
              <a:buFont typeface="Wingdings" pitchFamily="2" charset="2"/>
              <a:buChar char="§"/>
              <a:defRPr sz="2000"/>
            </a:lvl1pPr>
            <a:lvl2pPr marL="685800" indent="-228600">
              <a:buClrTx/>
              <a:buFont typeface="Wingdings" pitchFamily="2" charset="2"/>
              <a:buChar char="§"/>
              <a:defRPr sz="1800"/>
            </a:lvl2pPr>
            <a:lvl3pPr marL="1143000" indent="-228600">
              <a:buClrTx/>
              <a:buFont typeface="Wingdings" pitchFamily="2" charset="2"/>
              <a:buChar char="§"/>
              <a:defRPr sz="1800"/>
            </a:lvl3pPr>
            <a:lvl4pPr marL="1600200" indent="-228600">
              <a:buClrTx/>
              <a:buFont typeface="Wingdings" pitchFamily="2" charset="2"/>
              <a:buChar char="§"/>
              <a:defRPr sz="1600"/>
            </a:lvl4pPr>
            <a:lvl5pPr marL="2057400" indent="-228600">
              <a:buClrTx/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GB" noProof="0" dirty="0"/>
              <a:t>Click to add text 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B67A5017-C8F8-5B4C-AC20-C9F327F4B1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877791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version (full image with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43805A5C-55D3-C84E-8087-206A57B954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	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				Click on the icon to add an image</a:t>
            </a:r>
            <a:endParaRPr lang="nl-BE" dirty="0"/>
          </a:p>
          <a:p>
            <a:endParaRPr lang="nl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10C29A-7E93-044A-B9B3-E26035225A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37522" y="2413814"/>
            <a:ext cx="9144000" cy="2030372"/>
          </a:xfrm>
          <a:noFill/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nl-NL" dirty="0"/>
              <a:t>.Klik om stijl</a:t>
            </a:r>
            <a:br>
              <a:rPr lang="nl-NL" dirty="0"/>
            </a:br>
            <a:r>
              <a:rPr lang="nl-NL" dirty="0"/>
              <a:t> te bewerken</a:t>
            </a:r>
            <a:endParaRPr lang="nl-BE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941BAA0-763D-E746-9D92-55730AB281B4}"/>
              </a:ext>
            </a:extLst>
          </p:cNvPr>
          <p:cNvSpPr/>
          <p:nvPr userDrawn="1"/>
        </p:nvSpPr>
        <p:spPr>
          <a:xfrm>
            <a:off x="11832000" y="0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243B82B2-E02C-5844-ADDD-E57FC5AEF03B}"/>
              </a:ext>
            </a:extLst>
          </p:cNvPr>
          <p:cNvSpPr/>
          <p:nvPr userDrawn="1"/>
        </p:nvSpPr>
        <p:spPr>
          <a:xfrm>
            <a:off x="10738913" y="350349"/>
            <a:ext cx="1093087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5C3A38F4-4BB4-5E43-9CAE-C2E2EB7C5360}"/>
              </a:ext>
            </a:extLst>
          </p:cNvPr>
          <p:cNvSpPr/>
          <p:nvPr userDrawn="1"/>
        </p:nvSpPr>
        <p:spPr>
          <a:xfrm>
            <a:off x="2871788" y="360000"/>
            <a:ext cx="1093087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1" name="Rectangle 18">
            <a:extLst>
              <a:ext uri="{FF2B5EF4-FFF2-40B4-BE49-F238E27FC236}">
                <a16:creationId xmlns:a16="http://schemas.microsoft.com/office/drawing/2014/main" id="{90682205-CDBA-A548-B9AB-8D70EA200F31}"/>
              </a:ext>
            </a:extLst>
          </p:cNvPr>
          <p:cNvSpPr/>
          <p:nvPr userDrawn="1"/>
        </p:nvSpPr>
        <p:spPr>
          <a:xfrm>
            <a:off x="0" y="6138001"/>
            <a:ext cx="1093087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5DEEAF0D-2A3D-1949-B8F4-233CCFF32C8B}"/>
              </a:ext>
            </a:extLst>
          </p:cNvPr>
          <p:cNvSpPr/>
          <p:nvPr userDrawn="1"/>
        </p:nvSpPr>
        <p:spPr>
          <a:xfrm>
            <a:off x="11165968" y="4512635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66A11E7-4D71-1049-A39C-42E622CF1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766045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full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Vrije vorm 8">
            <a:extLst>
              <a:ext uri="{FF2B5EF4-FFF2-40B4-BE49-F238E27FC236}">
                <a16:creationId xmlns:a16="http://schemas.microsoft.com/office/drawing/2014/main" id="{72E792C7-8763-5F42-B216-44692D5A279F}"/>
              </a:ext>
            </a:extLst>
          </p:cNvPr>
          <p:cNvSpPr/>
          <p:nvPr userDrawn="1"/>
        </p:nvSpPr>
        <p:spPr>
          <a:xfrm flipH="1">
            <a:off x="-1" y="-1"/>
            <a:ext cx="11817626" cy="6858000"/>
          </a:xfrm>
          <a:custGeom>
            <a:avLst/>
            <a:gdLst>
              <a:gd name="connsiteX0" fmla="*/ 11817626 w 11817626"/>
              <a:gd name="connsiteY0" fmla="*/ 0 h 6858000"/>
              <a:gd name="connsiteX1" fmla="*/ 308113 w 11817626"/>
              <a:gd name="connsiteY1" fmla="*/ 0 h 6858000"/>
              <a:gd name="connsiteX2" fmla="*/ 0 w 11817626"/>
              <a:gd name="connsiteY2" fmla="*/ 0 h 6858000"/>
              <a:gd name="connsiteX3" fmla="*/ 0 w 11817626"/>
              <a:gd name="connsiteY3" fmla="*/ 4870173 h 6858000"/>
              <a:gd name="connsiteX4" fmla="*/ 308113 w 11817626"/>
              <a:gd name="connsiteY4" fmla="*/ 4870173 h 6858000"/>
              <a:gd name="connsiteX5" fmla="*/ 308113 w 11817626"/>
              <a:gd name="connsiteY5" fmla="*/ 6858000 h 6858000"/>
              <a:gd name="connsiteX6" fmla="*/ 11817626 w 1181762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17626" h="6858000">
                <a:moveTo>
                  <a:pt x="11817626" y="0"/>
                </a:moveTo>
                <a:lnTo>
                  <a:pt x="308113" y="0"/>
                </a:lnTo>
                <a:lnTo>
                  <a:pt x="0" y="0"/>
                </a:lnTo>
                <a:lnTo>
                  <a:pt x="0" y="4870173"/>
                </a:lnTo>
                <a:lnTo>
                  <a:pt x="308113" y="4870173"/>
                </a:lnTo>
                <a:lnTo>
                  <a:pt x="308113" y="6858000"/>
                </a:lnTo>
                <a:lnTo>
                  <a:pt x="11817626" y="685800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10C29A-7E93-044A-B9B3-E26035225A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520467"/>
            <a:ext cx="9144000" cy="1017863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GB" noProof="0" dirty="0"/>
              <a:t>.Put the title here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57B1781-3057-F341-95D8-EFC544A611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6773" y="6394726"/>
            <a:ext cx="347663" cy="26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6681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yellow + pixel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Vrije vorm 8">
            <a:extLst>
              <a:ext uri="{FF2B5EF4-FFF2-40B4-BE49-F238E27FC236}">
                <a16:creationId xmlns:a16="http://schemas.microsoft.com/office/drawing/2014/main" id="{72E792C7-8763-5F42-B216-44692D5A279F}"/>
              </a:ext>
            </a:extLst>
          </p:cNvPr>
          <p:cNvSpPr/>
          <p:nvPr userDrawn="1"/>
        </p:nvSpPr>
        <p:spPr>
          <a:xfrm flipH="1">
            <a:off x="-1" y="-1"/>
            <a:ext cx="11817626" cy="6858000"/>
          </a:xfrm>
          <a:custGeom>
            <a:avLst/>
            <a:gdLst>
              <a:gd name="connsiteX0" fmla="*/ 11817626 w 11817626"/>
              <a:gd name="connsiteY0" fmla="*/ 0 h 6858000"/>
              <a:gd name="connsiteX1" fmla="*/ 308113 w 11817626"/>
              <a:gd name="connsiteY1" fmla="*/ 0 h 6858000"/>
              <a:gd name="connsiteX2" fmla="*/ 0 w 11817626"/>
              <a:gd name="connsiteY2" fmla="*/ 0 h 6858000"/>
              <a:gd name="connsiteX3" fmla="*/ 0 w 11817626"/>
              <a:gd name="connsiteY3" fmla="*/ 4870173 h 6858000"/>
              <a:gd name="connsiteX4" fmla="*/ 308113 w 11817626"/>
              <a:gd name="connsiteY4" fmla="*/ 4870173 h 6858000"/>
              <a:gd name="connsiteX5" fmla="*/ 308113 w 11817626"/>
              <a:gd name="connsiteY5" fmla="*/ 6858000 h 6858000"/>
              <a:gd name="connsiteX6" fmla="*/ 11817626 w 1181762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17626" h="6858000">
                <a:moveTo>
                  <a:pt x="11817626" y="0"/>
                </a:moveTo>
                <a:lnTo>
                  <a:pt x="308113" y="0"/>
                </a:lnTo>
                <a:lnTo>
                  <a:pt x="0" y="0"/>
                </a:lnTo>
                <a:lnTo>
                  <a:pt x="0" y="4870173"/>
                </a:lnTo>
                <a:lnTo>
                  <a:pt x="308113" y="4870173"/>
                </a:lnTo>
                <a:lnTo>
                  <a:pt x="308113" y="6858000"/>
                </a:lnTo>
                <a:lnTo>
                  <a:pt x="11817626" y="685800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10C29A-7E93-044A-B9B3-E26035225A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520467"/>
            <a:ext cx="9144000" cy="1017863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GB" noProof="0" dirty="0"/>
              <a:t>.Put the title here</a:t>
            </a:r>
            <a:endParaRPr lang="nl-BE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57B1781-3057-F341-95D8-EFC544A611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6773" y="6394726"/>
            <a:ext cx="347663" cy="264492"/>
          </a:xfrm>
          <a:prstGeom prst="rect">
            <a:avLst/>
          </a:prstGeom>
        </p:spPr>
      </p:pic>
      <p:sp>
        <p:nvSpPr>
          <p:cNvPr id="5" name="Rectangle 12">
            <a:extLst>
              <a:ext uri="{FF2B5EF4-FFF2-40B4-BE49-F238E27FC236}">
                <a16:creationId xmlns:a16="http://schemas.microsoft.com/office/drawing/2014/main" id="{6D874666-4FCF-9A41-A386-0E57C50882BB}"/>
              </a:ext>
            </a:extLst>
          </p:cNvPr>
          <p:cNvSpPr/>
          <p:nvPr userDrawn="1"/>
        </p:nvSpPr>
        <p:spPr>
          <a:xfrm>
            <a:off x="0" y="0"/>
            <a:ext cx="360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941BAA0-763D-E746-9D92-55730AB281B4}"/>
              </a:ext>
            </a:extLst>
          </p:cNvPr>
          <p:cNvSpPr/>
          <p:nvPr userDrawn="1"/>
        </p:nvSpPr>
        <p:spPr>
          <a:xfrm>
            <a:off x="11832000" y="0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243B82B2-E02C-5844-ADDD-E57FC5AEF03B}"/>
              </a:ext>
            </a:extLst>
          </p:cNvPr>
          <p:cNvSpPr/>
          <p:nvPr userDrawn="1"/>
        </p:nvSpPr>
        <p:spPr>
          <a:xfrm>
            <a:off x="10738913" y="350349"/>
            <a:ext cx="1093087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5C3A38F4-4BB4-5E43-9CAE-C2E2EB7C5360}"/>
              </a:ext>
            </a:extLst>
          </p:cNvPr>
          <p:cNvSpPr/>
          <p:nvPr userDrawn="1"/>
        </p:nvSpPr>
        <p:spPr>
          <a:xfrm>
            <a:off x="2871788" y="360000"/>
            <a:ext cx="1093087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1" name="Rectangle 18">
            <a:extLst>
              <a:ext uri="{FF2B5EF4-FFF2-40B4-BE49-F238E27FC236}">
                <a16:creationId xmlns:a16="http://schemas.microsoft.com/office/drawing/2014/main" id="{90682205-CDBA-A548-B9AB-8D70EA200F31}"/>
              </a:ext>
            </a:extLst>
          </p:cNvPr>
          <p:cNvSpPr/>
          <p:nvPr userDrawn="1"/>
        </p:nvSpPr>
        <p:spPr>
          <a:xfrm>
            <a:off x="0" y="6138001"/>
            <a:ext cx="1093087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5DEEAF0D-2A3D-1949-B8F4-233CCFF32C8B}"/>
              </a:ext>
            </a:extLst>
          </p:cNvPr>
          <p:cNvSpPr/>
          <p:nvPr userDrawn="1"/>
        </p:nvSpPr>
        <p:spPr>
          <a:xfrm>
            <a:off x="11165968" y="4512635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196727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+ yellow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960B48D-449F-C045-A001-BC6EC74C7D8B}"/>
              </a:ext>
            </a:extLst>
          </p:cNvPr>
          <p:cNvSpPr/>
          <p:nvPr userDrawn="1"/>
        </p:nvSpPr>
        <p:spPr>
          <a:xfrm>
            <a:off x="0" y="0"/>
            <a:ext cx="3600000" cy="36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79BAB4-0D3C-D44C-B4BE-09894E31E9A9}"/>
              </a:ext>
            </a:extLst>
          </p:cNvPr>
          <p:cNvSpPr/>
          <p:nvPr userDrawn="1"/>
        </p:nvSpPr>
        <p:spPr>
          <a:xfrm>
            <a:off x="11832000" y="0"/>
            <a:ext cx="360000" cy="36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E14AA0-EBFF-BB4A-9A30-9D43A2E31876}"/>
              </a:ext>
            </a:extLst>
          </p:cNvPr>
          <p:cNvSpPr/>
          <p:nvPr userDrawn="1"/>
        </p:nvSpPr>
        <p:spPr>
          <a:xfrm>
            <a:off x="10738913" y="350349"/>
            <a:ext cx="1093087" cy="36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57392F-CCEF-9D40-9A83-37FB0A150652}"/>
              </a:ext>
            </a:extLst>
          </p:cNvPr>
          <p:cNvSpPr/>
          <p:nvPr userDrawn="1"/>
        </p:nvSpPr>
        <p:spPr>
          <a:xfrm>
            <a:off x="2871788" y="360000"/>
            <a:ext cx="1093087" cy="36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AD1967-3738-2A48-B2D2-392FBC4EEA8E}"/>
              </a:ext>
            </a:extLst>
          </p:cNvPr>
          <p:cNvSpPr/>
          <p:nvPr userDrawn="1"/>
        </p:nvSpPr>
        <p:spPr>
          <a:xfrm>
            <a:off x="0" y="6138001"/>
            <a:ext cx="1093087" cy="36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41097176-5E34-B643-BBC3-05B77DBBFEF7}"/>
              </a:ext>
            </a:extLst>
          </p:cNvPr>
          <p:cNvSpPr/>
          <p:nvPr userDrawn="1"/>
        </p:nvSpPr>
        <p:spPr>
          <a:xfrm>
            <a:off x="11832000" y="6498000"/>
            <a:ext cx="360000" cy="36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689EAB1-5657-AC4E-AEA4-0760D221D4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47582"/>
            <a:ext cx="9144000" cy="1090748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r>
              <a:rPr lang="en-GB" noProof="0" dirty="0"/>
              <a:t>.Put the title here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76732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hite + yellow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960B48D-449F-C045-A001-BC6EC74C7D8B}"/>
              </a:ext>
            </a:extLst>
          </p:cNvPr>
          <p:cNvSpPr/>
          <p:nvPr userDrawn="1"/>
        </p:nvSpPr>
        <p:spPr>
          <a:xfrm>
            <a:off x="0" y="0"/>
            <a:ext cx="3600000" cy="36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79BAB4-0D3C-D44C-B4BE-09894E31E9A9}"/>
              </a:ext>
            </a:extLst>
          </p:cNvPr>
          <p:cNvSpPr/>
          <p:nvPr userDrawn="1"/>
        </p:nvSpPr>
        <p:spPr>
          <a:xfrm>
            <a:off x="11832000" y="0"/>
            <a:ext cx="360000" cy="36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E14AA0-EBFF-BB4A-9A30-9D43A2E31876}"/>
              </a:ext>
            </a:extLst>
          </p:cNvPr>
          <p:cNvSpPr/>
          <p:nvPr userDrawn="1"/>
        </p:nvSpPr>
        <p:spPr>
          <a:xfrm>
            <a:off x="10738913" y="350349"/>
            <a:ext cx="1093087" cy="36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57392F-CCEF-9D40-9A83-37FB0A150652}"/>
              </a:ext>
            </a:extLst>
          </p:cNvPr>
          <p:cNvSpPr/>
          <p:nvPr userDrawn="1"/>
        </p:nvSpPr>
        <p:spPr>
          <a:xfrm>
            <a:off x="2871788" y="360000"/>
            <a:ext cx="1093087" cy="36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AD1967-3738-2A48-B2D2-392FBC4EEA8E}"/>
              </a:ext>
            </a:extLst>
          </p:cNvPr>
          <p:cNvSpPr/>
          <p:nvPr userDrawn="1"/>
        </p:nvSpPr>
        <p:spPr>
          <a:xfrm>
            <a:off x="0" y="6138001"/>
            <a:ext cx="1093087" cy="36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D72CBE02-2CCE-A74A-AE4E-F32E1CD1FE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3087" y="954477"/>
            <a:ext cx="9409923" cy="118616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noProof="0" dirty="0"/>
              <a:t>Click to add a title</a:t>
            </a: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A63FBF71-5E82-7842-9A86-8969EFF4E2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93087" y="2140642"/>
            <a:ext cx="9409923" cy="3997360"/>
          </a:xfrm>
        </p:spPr>
        <p:txBody>
          <a:bodyPr/>
          <a:lstStyle>
            <a:lvl1pPr marL="228600" indent="-228600">
              <a:buClr>
                <a:srgbClr val="FF00FF"/>
              </a:buClr>
              <a:buFont typeface="Wingdings" pitchFamily="2" charset="2"/>
              <a:buChar char="§"/>
              <a:defRPr sz="2000"/>
            </a:lvl1pPr>
            <a:lvl2pPr marL="685800" indent="-228600">
              <a:buClr>
                <a:srgbClr val="FF00FF"/>
              </a:buClr>
              <a:buFont typeface="Wingdings" pitchFamily="2" charset="2"/>
              <a:buChar char="§"/>
              <a:defRPr sz="1800"/>
            </a:lvl2pPr>
            <a:lvl3pPr marL="1143000" indent="-228600">
              <a:buClr>
                <a:srgbClr val="FF00FF"/>
              </a:buClr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F00FF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F00FF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GB" noProof="0" dirty="0"/>
              <a:t>Click to add text 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</a:p>
          <a:p>
            <a:pPr lvl="0"/>
            <a:endParaRPr lang="nl-BE" dirty="0"/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D8DD2D05-EECD-0F41-A892-2E6AD93C1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6773" y="6394726"/>
            <a:ext cx="347663" cy="26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141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right,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9496E31F-2CCA-2644-87F8-727515F984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6321287" cy="6857999"/>
          </a:xfrm>
          <a:custGeom>
            <a:avLst/>
            <a:gdLst>
              <a:gd name="connsiteX0" fmla="*/ 0 w 6321287"/>
              <a:gd name="connsiteY0" fmla="*/ 0 h 6857999"/>
              <a:gd name="connsiteX1" fmla="*/ 6096000 w 6321287"/>
              <a:gd name="connsiteY1" fmla="*/ 0 h 6857999"/>
              <a:gd name="connsiteX2" fmla="*/ 6321287 w 6321287"/>
              <a:gd name="connsiteY2" fmla="*/ 0 h 6857999"/>
              <a:gd name="connsiteX3" fmla="*/ 6321287 w 6321287"/>
              <a:gd name="connsiteY3" fmla="*/ 4084983 h 6857999"/>
              <a:gd name="connsiteX4" fmla="*/ 6096000 w 6321287"/>
              <a:gd name="connsiteY4" fmla="*/ 4084983 h 6857999"/>
              <a:gd name="connsiteX5" fmla="*/ 6096000 w 6321287"/>
              <a:gd name="connsiteY5" fmla="*/ 6857999 h 6857999"/>
              <a:gd name="connsiteX6" fmla="*/ 0 w 6321287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21287" h="6857999">
                <a:moveTo>
                  <a:pt x="0" y="0"/>
                </a:moveTo>
                <a:lnTo>
                  <a:pt x="6096000" y="0"/>
                </a:lnTo>
                <a:lnTo>
                  <a:pt x="6321287" y="0"/>
                </a:lnTo>
                <a:lnTo>
                  <a:pt x="6321287" y="4084983"/>
                </a:lnTo>
                <a:lnTo>
                  <a:pt x="6096000" y="4084983"/>
                </a:lnTo>
                <a:lnTo>
                  <a:pt x="6096000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	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	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	Click on the icon to add an image</a:t>
            </a:r>
            <a:endParaRPr lang="nl-BE" dirty="0"/>
          </a:p>
          <a:p>
            <a:pPr lvl="0"/>
            <a:endParaRPr lang="nl-NL" dirty="0"/>
          </a:p>
        </p:txBody>
      </p:sp>
      <p:sp>
        <p:nvSpPr>
          <p:cNvPr id="18" name="Title 8">
            <a:extLst>
              <a:ext uri="{FF2B5EF4-FFF2-40B4-BE49-F238E27FC236}">
                <a16:creationId xmlns:a16="http://schemas.microsoft.com/office/drawing/2014/main" id="{165DA5B7-30D7-6049-88E6-DF95ABAD174B}"/>
              </a:ext>
            </a:extLst>
          </p:cNvPr>
          <p:cNvSpPr txBox="1">
            <a:spLocks/>
          </p:cNvSpPr>
          <p:nvPr userDrawn="1"/>
        </p:nvSpPr>
        <p:spPr>
          <a:xfrm>
            <a:off x="6826225" y="2103437"/>
            <a:ext cx="46287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Roboto Slab" pitchFamily="2" charset="0"/>
              <a:cs typeface="+mj-cs"/>
            </a:endParaRPr>
          </a:p>
        </p:txBody>
      </p:sp>
      <p:sp>
        <p:nvSpPr>
          <p:cNvPr id="19" name="Content Placeholder 9">
            <a:extLst>
              <a:ext uri="{FF2B5EF4-FFF2-40B4-BE49-F238E27FC236}">
                <a16:creationId xmlns:a16="http://schemas.microsoft.com/office/drawing/2014/main" id="{09608D86-ADC1-3146-83F3-81BFC1D5BE5E}"/>
              </a:ext>
            </a:extLst>
          </p:cNvPr>
          <p:cNvSpPr txBox="1">
            <a:spLocks/>
          </p:cNvSpPr>
          <p:nvPr userDrawn="1"/>
        </p:nvSpPr>
        <p:spPr>
          <a:xfrm>
            <a:off x="6826225" y="3563937"/>
            <a:ext cx="4628745" cy="2337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 spc="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" pitchFamily="2" charset="77"/>
              <a:ea typeface="+mn-ea"/>
              <a:cs typeface="+mn-cs"/>
            </a:endParaRPr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8792ECAA-37E0-A143-8475-80B91FC6EE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6773" y="6394726"/>
            <a:ext cx="347663" cy="264492"/>
          </a:xfrm>
          <a:prstGeom prst="rect">
            <a:avLst/>
          </a:prstGeom>
        </p:spPr>
      </p:pic>
      <p:sp>
        <p:nvSpPr>
          <p:cNvPr id="8" name="Title 8">
            <a:extLst>
              <a:ext uri="{FF2B5EF4-FFF2-40B4-BE49-F238E27FC236}">
                <a16:creationId xmlns:a16="http://schemas.microsoft.com/office/drawing/2014/main" id="{40D68955-BAC6-46C2-8ECF-879FAEC0EC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2582" y="996799"/>
            <a:ext cx="4628745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a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9" name="Tijdelijke aanduiding voor tekst 33">
            <a:extLst>
              <a:ext uri="{FF2B5EF4-FFF2-40B4-BE49-F238E27FC236}">
                <a16:creationId xmlns:a16="http://schemas.microsoft.com/office/drawing/2014/main" id="{0D43A6DB-0424-48A7-BB1B-FF19A489BD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11985" y="2474762"/>
            <a:ext cx="4628745" cy="3640288"/>
          </a:xfrm>
        </p:spPr>
        <p:txBody>
          <a:bodyPr>
            <a:normAutofit/>
          </a:bodyPr>
          <a:lstStyle>
            <a:lvl1pPr marL="285750" indent="-285750">
              <a:buClr>
                <a:srgbClr val="FF00FF"/>
              </a:buClr>
              <a:buFont typeface="Wingdings" panose="05000000000000000000" pitchFamily="2" charset="2"/>
              <a:buChar char="§"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 dirty="0"/>
              <a:t>Click to add text </a:t>
            </a:r>
          </a:p>
        </p:txBody>
      </p:sp>
    </p:spTree>
    <p:extLst>
      <p:ext uri="{BB962C8B-B14F-4D97-AF65-F5344CB8AC3E}">
        <p14:creationId xmlns:p14="http://schemas.microsoft.com/office/powerpoint/2010/main" val="22089052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yellow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Vrije vorm 5">
            <a:extLst>
              <a:ext uri="{FF2B5EF4-FFF2-40B4-BE49-F238E27FC236}">
                <a16:creationId xmlns:a16="http://schemas.microsoft.com/office/drawing/2014/main" id="{8B67F624-59A0-F548-A73D-0F89D2502AE5}"/>
              </a:ext>
            </a:extLst>
          </p:cNvPr>
          <p:cNvSpPr/>
          <p:nvPr userDrawn="1"/>
        </p:nvSpPr>
        <p:spPr>
          <a:xfrm rot="10800000">
            <a:off x="6096000" y="0"/>
            <a:ext cx="6096000" cy="6858000"/>
          </a:xfrm>
          <a:custGeom>
            <a:avLst/>
            <a:gdLst>
              <a:gd name="connsiteX0" fmla="*/ 0 w 6232072"/>
              <a:gd name="connsiteY0" fmla="*/ 0 h 6858000"/>
              <a:gd name="connsiteX1" fmla="*/ 6096000 w 6232072"/>
              <a:gd name="connsiteY1" fmla="*/ 0 h 6858000"/>
              <a:gd name="connsiteX2" fmla="*/ 6096000 w 6232072"/>
              <a:gd name="connsiteY2" fmla="*/ 2721429 h 6858000"/>
              <a:gd name="connsiteX3" fmla="*/ 6232072 w 6232072"/>
              <a:gd name="connsiteY3" fmla="*/ 2721429 h 6858000"/>
              <a:gd name="connsiteX4" fmla="*/ 6232072 w 6232072"/>
              <a:gd name="connsiteY4" fmla="*/ 6858000 h 6858000"/>
              <a:gd name="connsiteX5" fmla="*/ 6096000 w 6232072"/>
              <a:gd name="connsiteY5" fmla="*/ 6858000 h 6858000"/>
              <a:gd name="connsiteX6" fmla="*/ 5812972 w 6232072"/>
              <a:gd name="connsiteY6" fmla="*/ 6858000 h 6858000"/>
              <a:gd name="connsiteX7" fmla="*/ 0 w 623207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32072" h="6858000">
                <a:moveTo>
                  <a:pt x="0" y="0"/>
                </a:moveTo>
                <a:lnTo>
                  <a:pt x="6096000" y="0"/>
                </a:lnTo>
                <a:lnTo>
                  <a:pt x="6096000" y="2721429"/>
                </a:lnTo>
                <a:lnTo>
                  <a:pt x="6232072" y="2721429"/>
                </a:lnTo>
                <a:lnTo>
                  <a:pt x="6232072" y="6858000"/>
                </a:lnTo>
                <a:lnTo>
                  <a:pt x="6096000" y="6858000"/>
                </a:lnTo>
                <a:lnTo>
                  <a:pt x="581297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8792ECAA-37E0-A143-8475-80B91FC6EE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6773" y="6394726"/>
            <a:ext cx="347663" cy="264492"/>
          </a:xfrm>
          <a:prstGeom prst="rect">
            <a:avLst/>
          </a:prstGeom>
        </p:spPr>
      </p:pic>
      <p:sp>
        <p:nvSpPr>
          <p:cNvPr id="7" name="Title 8">
            <a:extLst>
              <a:ext uri="{FF2B5EF4-FFF2-40B4-BE49-F238E27FC236}">
                <a16:creationId xmlns:a16="http://schemas.microsoft.com/office/drawing/2014/main" id="{02683A42-2C3B-4EB6-B51A-0C98D4BE56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748" y="566455"/>
            <a:ext cx="4628745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noProof="0" dirty="0"/>
              <a:t>Click to add a title</a:t>
            </a: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2FFA1DD5-CDC0-409C-B6D8-322FF44B24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151" y="2077243"/>
            <a:ext cx="4619342" cy="4125251"/>
          </a:xfrm>
        </p:spPr>
        <p:txBody>
          <a:bodyPr/>
          <a:lstStyle>
            <a:lvl1pPr marL="228600" indent="-228600">
              <a:buClr>
                <a:srgbClr val="FF00FF"/>
              </a:buClr>
              <a:buFont typeface="Wingdings" pitchFamily="2" charset="2"/>
              <a:buChar char="§"/>
              <a:defRPr sz="2000"/>
            </a:lvl1pPr>
            <a:lvl2pPr marL="685800" indent="-228600">
              <a:buClr>
                <a:srgbClr val="FF00FF"/>
              </a:buClr>
              <a:buFont typeface="Wingdings" pitchFamily="2" charset="2"/>
              <a:buChar char="§"/>
              <a:defRPr sz="1800"/>
            </a:lvl2pPr>
            <a:lvl3pPr marL="1143000" indent="-228600">
              <a:buClr>
                <a:srgbClr val="FF00FF"/>
              </a:buClr>
              <a:buFont typeface="Wingdings" pitchFamily="2" charset="2"/>
              <a:buChar char="§"/>
              <a:defRPr sz="1800"/>
            </a:lvl3pPr>
            <a:lvl4pPr marL="1600200" indent="-228600">
              <a:buClr>
                <a:srgbClr val="FF00FF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rgbClr val="FF00FF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GB" noProof="0" dirty="0"/>
              <a:t>Click to add text 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2662176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left, yello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2">
            <a:extLst>
              <a:ext uri="{FF2B5EF4-FFF2-40B4-BE49-F238E27FC236}">
                <a16:creationId xmlns:a16="http://schemas.microsoft.com/office/drawing/2014/main" id="{BE031D15-E0EE-CA44-923C-DE1D4619C21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6655" y="0"/>
            <a:ext cx="6400800" cy="6858000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	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	Click on the icon to add an image</a:t>
            </a:r>
            <a:endParaRPr lang="nl-BE" dirty="0"/>
          </a:p>
        </p:txBody>
      </p:sp>
      <p:sp>
        <p:nvSpPr>
          <p:cNvPr id="6" name="Vrije vorm 5">
            <a:extLst>
              <a:ext uri="{FF2B5EF4-FFF2-40B4-BE49-F238E27FC236}">
                <a16:creationId xmlns:a16="http://schemas.microsoft.com/office/drawing/2014/main" id="{8B67F624-59A0-F548-A73D-0F89D2502AE5}"/>
              </a:ext>
            </a:extLst>
          </p:cNvPr>
          <p:cNvSpPr/>
          <p:nvPr userDrawn="1"/>
        </p:nvSpPr>
        <p:spPr>
          <a:xfrm rot="10800000">
            <a:off x="6096000" y="0"/>
            <a:ext cx="6096000" cy="6858000"/>
          </a:xfrm>
          <a:custGeom>
            <a:avLst/>
            <a:gdLst>
              <a:gd name="connsiteX0" fmla="*/ 0 w 6232072"/>
              <a:gd name="connsiteY0" fmla="*/ 0 h 6858000"/>
              <a:gd name="connsiteX1" fmla="*/ 6096000 w 6232072"/>
              <a:gd name="connsiteY1" fmla="*/ 0 h 6858000"/>
              <a:gd name="connsiteX2" fmla="*/ 6096000 w 6232072"/>
              <a:gd name="connsiteY2" fmla="*/ 2721429 h 6858000"/>
              <a:gd name="connsiteX3" fmla="*/ 6232072 w 6232072"/>
              <a:gd name="connsiteY3" fmla="*/ 2721429 h 6858000"/>
              <a:gd name="connsiteX4" fmla="*/ 6232072 w 6232072"/>
              <a:gd name="connsiteY4" fmla="*/ 6858000 h 6858000"/>
              <a:gd name="connsiteX5" fmla="*/ 6096000 w 6232072"/>
              <a:gd name="connsiteY5" fmla="*/ 6858000 h 6858000"/>
              <a:gd name="connsiteX6" fmla="*/ 5812972 w 6232072"/>
              <a:gd name="connsiteY6" fmla="*/ 6858000 h 6858000"/>
              <a:gd name="connsiteX7" fmla="*/ 0 w 623207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32072" h="6858000">
                <a:moveTo>
                  <a:pt x="0" y="0"/>
                </a:moveTo>
                <a:lnTo>
                  <a:pt x="6096000" y="0"/>
                </a:lnTo>
                <a:lnTo>
                  <a:pt x="6096000" y="2721429"/>
                </a:lnTo>
                <a:lnTo>
                  <a:pt x="6232072" y="2721429"/>
                </a:lnTo>
                <a:lnTo>
                  <a:pt x="6232072" y="6858000"/>
                </a:lnTo>
                <a:lnTo>
                  <a:pt x="6096000" y="6858000"/>
                </a:lnTo>
                <a:lnTo>
                  <a:pt x="581297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8792ECAA-37E0-A143-8475-80B91FC6EE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6773" y="6394726"/>
            <a:ext cx="347663" cy="264492"/>
          </a:xfrm>
          <a:prstGeom prst="rect">
            <a:avLst/>
          </a:prstGeom>
        </p:spPr>
      </p:pic>
      <p:sp>
        <p:nvSpPr>
          <p:cNvPr id="8" name="Title 8">
            <a:extLst>
              <a:ext uri="{FF2B5EF4-FFF2-40B4-BE49-F238E27FC236}">
                <a16:creationId xmlns:a16="http://schemas.microsoft.com/office/drawing/2014/main" id="{17F690FB-A23F-4C2E-9DE7-66EF7ECFEB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3868" y="566455"/>
            <a:ext cx="4628745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noProof="0" dirty="0"/>
              <a:t>Click to add a title</a:t>
            </a:r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4071C30C-F6BA-45EC-A274-294F4D8B0B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3271" y="2077243"/>
            <a:ext cx="4619342" cy="4125251"/>
          </a:xfrm>
        </p:spPr>
        <p:txBody>
          <a:bodyPr/>
          <a:lstStyle>
            <a:lvl1pPr marL="228600" indent="-228600">
              <a:buClrTx/>
              <a:buFont typeface="Wingdings" pitchFamily="2" charset="2"/>
              <a:buChar char="§"/>
              <a:defRPr sz="2000">
                <a:solidFill>
                  <a:schemeClr val="tx1"/>
                </a:solidFill>
              </a:defRPr>
            </a:lvl1pPr>
            <a:lvl2pPr marL="685800" indent="-228600">
              <a:buClrTx/>
              <a:buFont typeface="Wingdings" pitchFamily="2" charset="2"/>
              <a:buChar char="§"/>
              <a:defRPr sz="1800">
                <a:solidFill>
                  <a:schemeClr val="tx1"/>
                </a:solidFill>
              </a:defRPr>
            </a:lvl2pPr>
            <a:lvl3pPr marL="1143000" indent="-228600">
              <a:buClrTx/>
              <a:buFont typeface="Wingdings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marL="1600200" indent="-228600">
              <a:buClrTx/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4pPr>
            <a:lvl5pPr marL="2057400" indent="-228600">
              <a:buClrTx/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Click to add text 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31553058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be or not to 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 descr="Afbeelding met persoon, gebouw, man, zitten&#10;&#10;Automatisch gegenereerde beschrijving">
            <a:extLst>
              <a:ext uri="{FF2B5EF4-FFF2-40B4-BE49-F238E27FC236}">
                <a16:creationId xmlns:a16="http://schemas.microsoft.com/office/drawing/2014/main" id="{4EDB3D3E-020C-40E2-8A1D-0C5FCEF941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7705" r="24632"/>
          <a:stretch/>
        </p:blipFill>
        <p:spPr>
          <a:xfrm>
            <a:off x="6357257" y="0"/>
            <a:ext cx="5834744" cy="6858000"/>
          </a:xfrm>
          <a:prstGeom prst="rect">
            <a:avLst/>
          </a:prstGeom>
        </p:spPr>
      </p:pic>
      <p:sp>
        <p:nvSpPr>
          <p:cNvPr id="7" name="Vrije vorm 11">
            <a:extLst>
              <a:ext uri="{FF2B5EF4-FFF2-40B4-BE49-F238E27FC236}">
                <a16:creationId xmlns:a16="http://schemas.microsoft.com/office/drawing/2014/main" id="{151C2F36-75A3-4AAD-825E-5AE8BA86F769}"/>
              </a:ext>
            </a:extLst>
          </p:cNvPr>
          <p:cNvSpPr/>
          <p:nvPr userDrawn="1"/>
        </p:nvSpPr>
        <p:spPr>
          <a:xfrm rot="10800000" flipH="1">
            <a:off x="-1" y="0"/>
            <a:ext cx="6574971" cy="6858000"/>
          </a:xfrm>
          <a:custGeom>
            <a:avLst/>
            <a:gdLst>
              <a:gd name="connsiteX0" fmla="*/ 0 w 6232072"/>
              <a:gd name="connsiteY0" fmla="*/ 0 h 6858000"/>
              <a:gd name="connsiteX1" fmla="*/ 6096000 w 6232072"/>
              <a:gd name="connsiteY1" fmla="*/ 0 h 6858000"/>
              <a:gd name="connsiteX2" fmla="*/ 6096000 w 6232072"/>
              <a:gd name="connsiteY2" fmla="*/ 2721429 h 6858000"/>
              <a:gd name="connsiteX3" fmla="*/ 6232072 w 6232072"/>
              <a:gd name="connsiteY3" fmla="*/ 2721429 h 6858000"/>
              <a:gd name="connsiteX4" fmla="*/ 6232072 w 6232072"/>
              <a:gd name="connsiteY4" fmla="*/ 6858000 h 6858000"/>
              <a:gd name="connsiteX5" fmla="*/ 6096000 w 6232072"/>
              <a:gd name="connsiteY5" fmla="*/ 6858000 h 6858000"/>
              <a:gd name="connsiteX6" fmla="*/ 5812972 w 6232072"/>
              <a:gd name="connsiteY6" fmla="*/ 6858000 h 6858000"/>
              <a:gd name="connsiteX7" fmla="*/ 0 w 623207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32072" h="6858000">
                <a:moveTo>
                  <a:pt x="0" y="0"/>
                </a:moveTo>
                <a:lnTo>
                  <a:pt x="6096000" y="0"/>
                </a:lnTo>
                <a:lnTo>
                  <a:pt x="6096000" y="2721429"/>
                </a:lnTo>
                <a:lnTo>
                  <a:pt x="6232072" y="2721429"/>
                </a:lnTo>
                <a:lnTo>
                  <a:pt x="6232072" y="6858000"/>
                </a:lnTo>
                <a:lnTo>
                  <a:pt x="6096000" y="6858000"/>
                </a:lnTo>
                <a:lnTo>
                  <a:pt x="581297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A16842CA-D2AF-4A6C-AC4B-B0B502955302}"/>
              </a:ext>
            </a:extLst>
          </p:cNvPr>
          <p:cNvSpPr/>
          <p:nvPr userDrawn="1"/>
        </p:nvSpPr>
        <p:spPr>
          <a:xfrm>
            <a:off x="187116" y="2598003"/>
            <a:ext cx="620073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4800" b="1" dirty="0">
                <a:latin typeface="Roboto Slab" pitchFamily="2" charset="0"/>
                <a:ea typeface="Roboto Slab" pitchFamily="2" charset="0"/>
              </a:rPr>
              <a:t>.To be </a:t>
            </a:r>
            <a:r>
              <a:rPr lang="nl-BE" sz="4800" b="1" dirty="0">
                <a:solidFill>
                  <a:srgbClr val="FF00FF"/>
                </a:solidFill>
                <a:latin typeface="Roboto Slab" pitchFamily="2" charset="0"/>
                <a:ea typeface="Roboto Slab" pitchFamily="2" charset="0"/>
              </a:rPr>
              <a:t>&lt;or/&gt; </a:t>
            </a:r>
            <a:r>
              <a:rPr lang="nl-BE" sz="4800" b="1" dirty="0">
                <a:latin typeface="Roboto Slab" pitchFamily="2" charset="0"/>
                <a:ea typeface="Roboto Slab" pitchFamily="2" charset="0"/>
              </a:rPr>
              <a:t>not to be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24FAF465-ECD3-4D14-B82A-9436BBE1DCED}"/>
              </a:ext>
            </a:extLst>
          </p:cNvPr>
          <p:cNvSpPr/>
          <p:nvPr userDrawn="1"/>
        </p:nvSpPr>
        <p:spPr>
          <a:xfrm>
            <a:off x="291852" y="3628349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400" noProof="0" dirty="0">
                <a:effectLst/>
                <a:latin typeface="Barlow" pitchFamily="2" charset="77"/>
              </a:rPr>
              <a:t>Shakespeare has been </a:t>
            </a:r>
          </a:p>
          <a:p>
            <a:r>
              <a:rPr lang="en-GB" sz="2400" noProof="0" dirty="0">
                <a:effectLst/>
                <a:latin typeface="Barlow" pitchFamily="2" charset="77"/>
              </a:rPr>
              <a:t>struggling with it for years…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66233C78-233F-4ECE-8E15-2343EE00EE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06225" y="6454359"/>
            <a:ext cx="347663" cy="27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631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r wingman making digital 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 descr="Afbeelding met vliegen, vlieger, transport, geel&#10;&#10;Automatisch gegenereerde beschrijving">
            <a:extLst>
              <a:ext uri="{FF2B5EF4-FFF2-40B4-BE49-F238E27FC236}">
                <a16:creationId xmlns:a16="http://schemas.microsoft.com/office/drawing/2014/main" id="{DB9DE0F4-E0A6-4D47-A6FA-6D9A733F28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9F09C428-24F5-4C31-AEFA-6F23DD7BA3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83096" y="1270225"/>
            <a:ext cx="186198" cy="146889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CCB9D565-7E6B-4F34-B11A-3FE3620A448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706225" y="6454359"/>
            <a:ext cx="347663" cy="274267"/>
          </a:xfrm>
          <a:prstGeom prst="rect">
            <a:avLst/>
          </a:prstGeom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5052769D-F39E-4B5A-9609-125D5B81145A}"/>
              </a:ext>
            </a:extLst>
          </p:cNvPr>
          <p:cNvSpPr/>
          <p:nvPr userDrawn="1"/>
        </p:nvSpPr>
        <p:spPr>
          <a:xfrm>
            <a:off x="0" y="-18029"/>
            <a:ext cx="300038" cy="30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79DA809E-8545-430E-AD4F-82C63022A97D}"/>
              </a:ext>
            </a:extLst>
          </p:cNvPr>
          <p:cNvSpPr/>
          <p:nvPr userDrawn="1"/>
        </p:nvSpPr>
        <p:spPr>
          <a:xfrm>
            <a:off x="4365170" y="5182854"/>
            <a:ext cx="300038" cy="30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9772A750-4D7D-4D0A-B5F9-7A7ADE13A82B}"/>
              </a:ext>
            </a:extLst>
          </p:cNvPr>
          <p:cNvSpPr/>
          <p:nvPr userDrawn="1"/>
        </p:nvSpPr>
        <p:spPr>
          <a:xfrm>
            <a:off x="11887200" y="527276"/>
            <a:ext cx="300038" cy="30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12276E35-E5D0-473F-84F6-4249A096BD6E}"/>
              </a:ext>
            </a:extLst>
          </p:cNvPr>
          <p:cNvSpPr/>
          <p:nvPr userDrawn="1"/>
        </p:nvSpPr>
        <p:spPr>
          <a:xfrm>
            <a:off x="10491447" y="825764"/>
            <a:ext cx="1399495" cy="30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20A3F2DF-DD8C-4579-B07F-7BDA0F091B50}"/>
              </a:ext>
            </a:extLst>
          </p:cNvPr>
          <p:cNvSpPr/>
          <p:nvPr userDrawn="1"/>
        </p:nvSpPr>
        <p:spPr>
          <a:xfrm>
            <a:off x="-4763" y="3269344"/>
            <a:ext cx="3683115" cy="660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ACD0A925-7773-4082-A6BB-E46959659A99}"/>
              </a:ext>
            </a:extLst>
          </p:cNvPr>
          <p:cNvSpPr txBox="1"/>
          <p:nvPr userDrawn="1"/>
        </p:nvSpPr>
        <p:spPr>
          <a:xfrm>
            <a:off x="260236" y="3235712"/>
            <a:ext cx="34181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400" b="1" dirty="0">
                <a:latin typeface="Roboto Slab" pitchFamily="2" charset="0"/>
                <a:ea typeface="Roboto Slab" pitchFamily="2" charset="0"/>
              </a:rPr>
              <a:t>.Tobania 2.0</a:t>
            </a:r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1E783C41-0FAB-433C-90D5-2D47A0D0560F}"/>
              </a:ext>
            </a:extLst>
          </p:cNvPr>
          <p:cNvSpPr/>
          <p:nvPr userDrawn="1"/>
        </p:nvSpPr>
        <p:spPr>
          <a:xfrm>
            <a:off x="-4762" y="4192869"/>
            <a:ext cx="3782106" cy="509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F7D8A4D6-1EF8-44F5-9336-4B1F0104AA10}"/>
              </a:ext>
            </a:extLst>
          </p:cNvPr>
          <p:cNvSpPr/>
          <p:nvPr userDrawn="1"/>
        </p:nvSpPr>
        <p:spPr>
          <a:xfrm>
            <a:off x="-4763" y="4682726"/>
            <a:ext cx="4369933" cy="509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0DA22238-973C-40A3-82B7-9248D2E6A5B4}"/>
              </a:ext>
            </a:extLst>
          </p:cNvPr>
          <p:cNvSpPr txBox="1"/>
          <p:nvPr userDrawn="1"/>
        </p:nvSpPr>
        <p:spPr>
          <a:xfrm>
            <a:off x="300038" y="4136065"/>
            <a:ext cx="45621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b="1" dirty="0">
                <a:latin typeface="Roboto Slab" pitchFamily="2" charset="0"/>
                <a:ea typeface="Roboto Slab" pitchFamily="2" charset="0"/>
              </a:rPr>
              <a:t>Your </a:t>
            </a:r>
            <a:r>
              <a:rPr lang="nl-BE" sz="3200" b="1" dirty="0">
                <a:solidFill>
                  <a:srgbClr val="FF00FF"/>
                </a:solidFill>
                <a:latin typeface="Roboto Slab" pitchFamily="2" charset="0"/>
                <a:ea typeface="Roboto Slab" pitchFamily="2" charset="0"/>
              </a:rPr>
              <a:t>&lt;wingman&gt;</a:t>
            </a:r>
            <a:r>
              <a:rPr lang="nl-BE" sz="3200" b="1" dirty="0">
                <a:latin typeface="Roboto Slab" pitchFamily="2" charset="0"/>
                <a:ea typeface="Roboto Slab" pitchFamily="2" charset="0"/>
              </a:rPr>
              <a:t> </a:t>
            </a:r>
          </a:p>
          <a:p>
            <a:r>
              <a:rPr lang="nl-BE" sz="3200" b="1" dirty="0">
                <a:latin typeface="Roboto Slab" pitchFamily="2" charset="0"/>
                <a:ea typeface="Roboto Slab" pitchFamily="2" charset="0"/>
              </a:rPr>
              <a:t>making digital work</a:t>
            </a:r>
          </a:p>
        </p:txBody>
      </p:sp>
    </p:spTree>
    <p:extLst>
      <p:ext uri="{BB962C8B-B14F-4D97-AF65-F5344CB8AC3E}">
        <p14:creationId xmlns:p14="http://schemas.microsoft.com/office/powerpoint/2010/main" val="32841537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line (yello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Vrije vorm 11">
            <a:extLst>
              <a:ext uri="{FF2B5EF4-FFF2-40B4-BE49-F238E27FC236}">
                <a16:creationId xmlns:a16="http://schemas.microsoft.com/office/drawing/2014/main" id="{4C32D7F9-ACAF-4C2E-A700-7A2DBC2F69F8}"/>
              </a:ext>
            </a:extLst>
          </p:cNvPr>
          <p:cNvSpPr/>
          <p:nvPr userDrawn="1"/>
        </p:nvSpPr>
        <p:spPr>
          <a:xfrm rot="10800000" flipH="1">
            <a:off x="0" y="0"/>
            <a:ext cx="11821887" cy="6858000"/>
          </a:xfrm>
          <a:custGeom>
            <a:avLst/>
            <a:gdLst>
              <a:gd name="connsiteX0" fmla="*/ 0 w 6232072"/>
              <a:gd name="connsiteY0" fmla="*/ 0 h 6858000"/>
              <a:gd name="connsiteX1" fmla="*/ 6096000 w 6232072"/>
              <a:gd name="connsiteY1" fmla="*/ 0 h 6858000"/>
              <a:gd name="connsiteX2" fmla="*/ 6096000 w 6232072"/>
              <a:gd name="connsiteY2" fmla="*/ 2721429 h 6858000"/>
              <a:gd name="connsiteX3" fmla="*/ 6232072 w 6232072"/>
              <a:gd name="connsiteY3" fmla="*/ 2721429 h 6858000"/>
              <a:gd name="connsiteX4" fmla="*/ 6232072 w 6232072"/>
              <a:gd name="connsiteY4" fmla="*/ 6858000 h 6858000"/>
              <a:gd name="connsiteX5" fmla="*/ 6096000 w 6232072"/>
              <a:gd name="connsiteY5" fmla="*/ 6858000 h 6858000"/>
              <a:gd name="connsiteX6" fmla="*/ 5812972 w 6232072"/>
              <a:gd name="connsiteY6" fmla="*/ 6858000 h 6858000"/>
              <a:gd name="connsiteX7" fmla="*/ 0 w 623207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32072" h="6858000">
                <a:moveTo>
                  <a:pt x="0" y="0"/>
                </a:moveTo>
                <a:lnTo>
                  <a:pt x="6096000" y="0"/>
                </a:lnTo>
                <a:lnTo>
                  <a:pt x="6096000" y="2721429"/>
                </a:lnTo>
                <a:lnTo>
                  <a:pt x="6232072" y="2721429"/>
                </a:lnTo>
                <a:lnTo>
                  <a:pt x="6232072" y="6858000"/>
                </a:lnTo>
                <a:lnTo>
                  <a:pt x="6096000" y="6858000"/>
                </a:lnTo>
                <a:lnTo>
                  <a:pt x="581297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DC273E13-84BB-4C6D-BA6A-55A0606F22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06225" y="6454359"/>
            <a:ext cx="347663" cy="274267"/>
          </a:xfrm>
          <a:prstGeom prst="rect">
            <a:avLst/>
          </a:prstGeom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2E295859-926B-4542-9ACD-B6D533E93DC0}"/>
              </a:ext>
            </a:extLst>
          </p:cNvPr>
          <p:cNvSpPr/>
          <p:nvPr userDrawn="1"/>
        </p:nvSpPr>
        <p:spPr>
          <a:xfrm>
            <a:off x="2369659" y="2644170"/>
            <a:ext cx="745268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4800" b="1" dirty="0">
                <a:latin typeface="Roboto Slab" pitchFamily="2" charset="0"/>
                <a:ea typeface="Roboto Slab" pitchFamily="2" charset="0"/>
              </a:rPr>
              <a:t>.transforming people,</a:t>
            </a:r>
          </a:p>
          <a:p>
            <a:r>
              <a:rPr lang="nl-BE" sz="4800" b="1" dirty="0">
                <a:latin typeface="Roboto Slab" pitchFamily="2" charset="0"/>
                <a:ea typeface="Roboto Slab" pitchFamily="2" charset="0"/>
              </a:rPr>
              <a:t>business and technology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208BB8C8-5C59-45D8-B5C1-144145705422}"/>
              </a:ext>
            </a:extLst>
          </p:cNvPr>
          <p:cNvSpPr/>
          <p:nvPr userDrawn="1"/>
        </p:nvSpPr>
        <p:spPr>
          <a:xfrm>
            <a:off x="0" y="-18029"/>
            <a:ext cx="300038" cy="30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0620D4AE-5F8D-47F2-8B56-1AE188D7E97F}"/>
              </a:ext>
            </a:extLst>
          </p:cNvPr>
          <p:cNvSpPr/>
          <p:nvPr userDrawn="1"/>
        </p:nvSpPr>
        <p:spPr>
          <a:xfrm>
            <a:off x="254113" y="6257924"/>
            <a:ext cx="300038" cy="30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DFC21748-4E55-42EC-84C5-141723A38FEF}"/>
              </a:ext>
            </a:extLst>
          </p:cNvPr>
          <p:cNvSpPr/>
          <p:nvPr userDrawn="1"/>
        </p:nvSpPr>
        <p:spPr>
          <a:xfrm>
            <a:off x="8206467" y="6291454"/>
            <a:ext cx="300038" cy="30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A347937C-A2B7-41C1-9EE3-AC5FFE0727D9}"/>
              </a:ext>
            </a:extLst>
          </p:cNvPr>
          <p:cNvSpPr/>
          <p:nvPr userDrawn="1"/>
        </p:nvSpPr>
        <p:spPr>
          <a:xfrm>
            <a:off x="8506505" y="6557961"/>
            <a:ext cx="1399495" cy="30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17464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line (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53FC8844-D784-4A4D-AE7E-A783C519C8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18081" y="2775884"/>
            <a:ext cx="9555838" cy="1306232"/>
          </a:xfrm>
          <a:prstGeom prst="rect">
            <a:avLst/>
          </a:prstGeom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A24BA27C-1FDB-B741-9627-9BC490ABFB4B}"/>
              </a:ext>
            </a:extLst>
          </p:cNvPr>
          <p:cNvSpPr/>
          <p:nvPr userDrawn="1"/>
        </p:nvSpPr>
        <p:spPr>
          <a:xfrm>
            <a:off x="0" y="0"/>
            <a:ext cx="238539" cy="2385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D67BFD74-1A20-3141-9A90-2FBED4A299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0037" y="6673080"/>
            <a:ext cx="130938" cy="103980"/>
          </a:xfrm>
          <a:prstGeom prst="rect">
            <a:avLst/>
          </a:prstGeom>
        </p:spPr>
      </p:pic>
      <p:sp>
        <p:nvSpPr>
          <p:cNvPr id="14" name="Vrije vorm 13">
            <a:extLst>
              <a:ext uri="{FF2B5EF4-FFF2-40B4-BE49-F238E27FC236}">
                <a16:creationId xmlns:a16="http://schemas.microsoft.com/office/drawing/2014/main" id="{6C4C037F-C4CE-324B-BC89-AB7E8811C995}"/>
              </a:ext>
            </a:extLst>
          </p:cNvPr>
          <p:cNvSpPr/>
          <p:nvPr userDrawn="1"/>
        </p:nvSpPr>
        <p:spPr>
          <a:xfrm>
            <a:off x="0" y="6650855"/>
            <a:ext cx="12193556" cy="207145"/>
          </a:xfrm>
          <a:custGeom>
            <a:avLst/>
            <a:gdLst>
              <a:gd name="connsiteX0" fmla="*/ 12146756 w 12193556"/>
              <a:gd name="connsiteY0" fmla="*/ 0 h 207145"/>
              <a:gd name="connsiteX1" fmla="*/ 12193556 w 12193556"/>
              <a:gd name="connsiteY1" fmla="*/ 0 h 207145"/>
              <a:gd name="connsiteX2" fmla="*/ 12193556 w 12193556"/>
              <a:gd name="connsiteY2" fmla="*/ 164756 h 207145"/>
              <a:gd name="connsiteX3" fmla="*/ 12192000 w 12193556"/>
              <a:gd name="connsiteY3" fmla="*/ 164756 h 207145"/>
              <a:gd name="connsiteX4" fmla="*/ 12192000 w 12193556"/>
              <a:gd name="connsiteY4" fmla="*/ 207145 h 207145"/>
              <a:gd name="connsiteX5" fmla="*/ 0 w 12193556"/>
              <a:gd name="connsiteY5" fmla="*/ 207145 h 207145"/>
              <a:gd name="connsiteX6" fmla="*/ 0 w 12193556"/>
              <a:gd name="connsiteY6" fmla="*/ 161426 h 207145"/>
              <a:gd name="connsiteX7" fmla="*/ 12146756 w 12193556"/>
              <a:gd name="connsiteY7" fmla="*/ 161426 h 20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3556" h="207145">
                <a:moveTo>
                  <a:pt x="12146756" y="0"/>
                </a:moveTo>
                <a:lnTo>
                  <a:pt x="12193556" y="0"/>
                </a:lnTo>
                <a:lnTo>
                  <a:pt x="12193556" y="164756"/>
                </a:lnTo>
                <a:lnTo>
                  <a:pt x="12192000" y="164756"/>
                </a:lnTo>
                <a:lnTo>
                  <a:pt x="12192000" y="207145"/>
                </a:lnTo>
                <a:lnTo>
                  <a:pt x="0" y="207145"/>
                </a:lnTo>
                <a:lnTo>
                  <a:pt x="0" y="161426"/>
                </a:lnTo>
                <a:lnTo>
                  <a:pt x="12146756" y="161426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46EAC5C0-2AE0-5F4F-ADBD-B39101FBBA9E}"/>
              </a:ext>
            </a:extLst>
          </p:cNvPr>
          <p:cNvSpPr/>
          <p:nvPr userDrawn="1"/>
        </p:nvSpPr>
        <p:spPr>
          <a:xfrm>
            <a:off x="11957539" y="4835770"/>
            <a:ext cx="238539" cy="2385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5641703A-F1FF-C84D-804B-4103943DF662}"/>
              </a:ext>
            </a:extLst>
          </p:cNvPr>
          <p:cNvSpPr/>
          <p:nvPr userDrawn="1"/>
        </p:nvSpPr>
        <p:spPr>
          <a:xfrm>
            <a:off x="11218985" y="5074309"/>
            <a:ext cx="738554" cy="2385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640374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4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5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6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7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8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9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0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6.png"/><Relationship Id="rId4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225EC7F-1747-FA4D-AFD5-A3CD8A45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BC49CA-BC16-D141-A8C6-7D8F76A6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9A3F19-678C-9344-8F0F-966B80018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069F1-2E09-9149-B069-A883F88A6E3B}" type="datetimeFigureOut">
              <a:rPr lang="nl-BE" smtClean="0"/>
              <a:t>8/07/2026</a:t>
            </a:fld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59FA542-9D82-2048-B1D3-BABA7F8C3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96293B1-2D15-8343-B830-03456F776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BBD39-C60F-EE49-9C15-62C09A124878}" type="slidenum">
              <a:rPr lang="nl-BE" smtClean="0"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08318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225EC7F-1747-FA4D-AFD5-A3CD8A45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BC49CA-BC16-D141-A8C6-7D8F76A6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59FA542-9D82-2048-B1D3-BABA7F8C3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657292"/>
            <a:ext cx="12192000" cy="2088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841218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9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225EC7F-1747-FA4D-AFD5-A3CD8A45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BC49CA-BC16-D141-A8C6-7D8F76A6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59FA542-9D82-2048-B1D3-BABA7F8C3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" y="6645897"/>
            <a:ext cx="12182573" cy="2088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07161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5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225EC7F-1747-FA4D-AFD5-A3CD8A45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BC49CA-BC16-D141-A8C6-7D8F76A6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59FA542-9D82-2048-B1D3-BABA7F8C3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649200"/>
            <a:ext cx="12192000" cy="2088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13721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1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59FA542-9D82-2048-B1D3-BABA7F8C3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225EC7F-1747-FA4D-AFD5-A3CD8A45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BC49CA-BC16-D141-A8C6-7D8F76A6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92630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59FA542-9D82-2048-B1D3-BABA7F8C3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225EC7F-1747-FA4D-AFD5-A3CD8A45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BC49CA-BC16-D141-A8C6-7D8F76A6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6668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225EC7F-1747-FA4D-AFD5-A3CD8A45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BC49CA-BC16-D141-A8C6-7D8F76A6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59FA542-9D82-2048-B1D3-BABA7F8C3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57282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225EC7F-1747-FA4D-AFD5-A3CD8A45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BC49CA-BC16-D141-A8C6-7D8F76A6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59FA542-9D82-2048-B1D3-BABA7F8C3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9392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225EC7F-1747-FA4D-AFD5-A3CD8A45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BC49CA-BC16-D141-A8C6-7D8F76A6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59FA542-9D82-2048-B1D3-BABA7F8C3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2069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225EC7F-1747-FA4D-AFD5-A3CD8A45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BC49CA-BC16-D141-A8C6-7D8F76A6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59FA542-9D82-2048-B1D3-BABA7F8C3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51340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8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225EC7F-1747-FA4D-AFD5-A3CD8A45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BC49CA-BC16-D141-A8C6-7D8F76A6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59FA542-9D82-2048-B1D3-BABA7F8C3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95610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225EC7F-1747-FA4D-AFD5-A3CD8A45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BC49CA-BC16-D141-A8C6-7D8F76A6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59FA542-9D82-2048-B1D3-BABA7F8C3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15449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225EC7F-1747-FA4D-AFD5-A3CD8A45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BC49CA-BC16-D141-A8C6-7D8F76A6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59FA542-9D82-2048-B1D3-BABA7F8C3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69080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225EC7F-1747-FA4D-AFD5-A3CD8A45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BC49CA-BC16-D141-A8C6-7D8F76A6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E54F763C-470F-E54B-924B-29829BD52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616773" y="6369073"/>
            <a:ext cx="347663" cy="29734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70856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4" r:id="rId1"/>
    <p:sldLayoutId id="2147484027" r:id="rId2"/>
    <p:sldLayoutId id="2147484029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225EC7F-1747-FA4D-AFD5-A3CD8A45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BC49CA-BC16-D141-A8C6-7D8F76A6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59FA542-9D82-2048-B1D3-BABA7F8C3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97329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0" r:id="rId1"/>
    <p:sldLayoutId id="2147484071" r:id="rId2"/>
    <p:sldLayoutId id="2147484072" r:id="rId3"/>
    <p:sldLayoutId id="2147484073" r:id="rId4"/>
    <p:sldLayoutId id="2147484074" r:id="rId5"/>
    <p:sldLayoutId id="2147484077" r:id="rId6"/>
    <p:sldLayoutId id="2147484079" r:id="rId7"/>
    <p:sldLayoutId id="2147484081" r:id="rId8"/>
    <p:sldLayoutId id="2147484082" r:id="rId9"/>
    <p:sldLayoutId id="2147484083" r:id="rId10"/>
    <p:sldLayoutId id="2147484084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2.png"/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12" Type="http://schemas.openxmlformats.org/officeDocument/2006/relationships/image" Target="../media/image3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image" Target="../media/image29.svg"/><Relationship Id="rId4" Type="http://schemas.openxmlformats.org/officeDocument/2006/relationships/image" Target="../media/image24.png"/><Relationship Id="rId9" Type="http://schemas.microsoft.com/office/2007/relationships/hdphoto" Target="../media/hdphoto1.wdp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A7F9C3-C43D-4FA0-6A06-77A4DD62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6AA9E4E-2E40-BD87-1094-6D2309EAB354}"/>
              </a:ext>
            </a:extLst>
          </p:cNvPr>
          <p:cNvGraphicFramePr>
            <a:graphicFrameLocks noGrp="1"/>
          </p:cNvGraphicFramePr>
          <p:nvPr/>
        </p:nvGraphicFramePr>
        <p:xfrm>
          <a:off x="327969" y="1577687"/>
          <a:ext cx="5760000" cy="165763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38956">
                  <a:extLst>
                    <a:ext uri="{9D8B030D-6E8A-4147-A177-3AD203B41FA5}">
                      <a16:colId xmlns:a16="http://schemas.microsoft.com/office/drawing/2014/main" val="326379055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573764581"/>
                    </a:ext>
                  </a:extLst>
                </a:gridCol>
                <a:gridCol w="2135094">
                  <a:extLst>
                    <a:ext uri="{9D8B030D-6E8A-4147-A177-3AD203B41FA5}">
                      <a16:colId xmlns:a16="http://schemas.microsoft.com/office/drawing/2014/main" val="3187376950"/>
                    </a:ext>
                  </a:extLst>
                </a:gridCol>
              </a:tblGrid>
              <a:tr h="306141">
                <a:tc gridSpan="2"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sz="14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Areas of expertise</a:t>
                      </a:r>
                    </a:p>
                  </a:txBody>
                  <a:tcPr marL="92015" marR="92015" marT="46008" marB="4600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endParaRPr lang="en-GB" sz="1200" dirty="0">
                        <a:solidFill>
                          <a:schemeClr val="tx1"/>
                        </a:solidFill>
                        <a:latin typeface="Barlow" panose="00000500000000000000" pitchFamily="2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GB" sz="1400" b="1" dirty="0">
                        <a:solidFill>
                          <a:srgbClr val="0070C0"/>
                        </a:solidFill>
                        <a:latin typeface="Barlow" panose="00000500000000000000" pitchFamily="2" charset="0"/>
                      </a:endParaRPr>
                    </a:p>
                  </a:txBody>
                  <a:tcPr marL="91401" marR="91401" marT="45701" marB="4570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751957"/>
                  </a:ext>
                </a:extLst>
              </a:tr>
              <a:tr h="1351497">
                <a:tc>
                  <a:txBody>
                    <a:bodyPr/>
                    <a:lstStyle/>
                    <a:p>
                      <a:pPr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Corporate finance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• 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Financial modelling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• 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Business planning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• Valuation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• Consolidation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• </a:t>
                      </a: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Auditing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• </a:t>
                      </a: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Budgeting</a:t>
                      </a:r>
                    </a:p>
                  </a:txBody>
                  <a:tcPr marL="91401" marR="91401" marT="45701" marB="45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Business transformation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• Automation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• Process optimization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• Cost rationalization</a:t>
                      </a:r>
                      <a:endParaRPr lang="fr-FR" sz="1100" dirty="0">
                        <a:solidFill>
                          <a:schemeClr val="tx1"/>
                        </a:solidFill>
                        <a:latin typeface="Barlow" panose="000005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• 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Restructuring</a:t>
                      </a:r>
                    </a:p>
                    <a:p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• Project management</a:t>
                      </a:r>
                    </a:p>
                  </a:txBody>
                  <a:tcPr marL="91401" marR="91401" marT="45701" marB="4570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Soft skills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• </a:t>
                      </a: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Data-driven decision making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• </a:t>
                      </a: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Adaptability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• </a:t>
                      </a: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Problem-solving</a:t>
                      </a:r>
                    </a:p>
                    <a:p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• Leadership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• Attention to detail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• Curiosity</a:t>
                      </a:r>
                    </a:p>
                  </a:txBody>
                  <a:tcPr marL="91401" marR="91401" marT="45701" marB="4570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636168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1F9F14F-505E-170B-2745-C3E0789297AE}"/>
              </a:ext>
            </a:extLst>
          </p:cNvPr>
          <p:cNvGraphicFramePr>
            <a:graphicFrameLocks noGrp="1"/>
          </p:cNvGraphicFramePr>
          <p:nvPr/>
        </p:nvGraphicFramePr>
        <p:xfrm>
          <a:off x="6256496" y="1582999"/>
          <a:ext cx="3180429" cy="1569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80429">
                  <a:extLst>
                    <a:ext uri="{9D8B030D-6E8A-4147-A177-3AD203B41FA5}">
                      <a16:colId xmlns:a16="http://schemas.microsoft.com/office/drawing/2014/main" val="3263790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  <a:cs typeface="Ebrima" panose="02000000000000000000" pitchFamily="2" charset="0"/>
                        </a:rPr>
                        <a:t>IT expertise</a:t>
                      </a:r>
                      <a:endParaRPr lang="en-GB" sz="1200" b="1" dirty="0">
                        <a:solidFill>
                          <a:srgbClr val="0070C0"/>
                        </a:solidFill>
                        <a:latin typeface="Roboto Slab" pitchFamily="2" charset="0"/>
                        <a:ea typeface="Roboto Slab" pitchFamily="2" charset="0"/>
                        <a:cs typeface="Ebrima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751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B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I </a:t>
                      </a:r>
                      <a:r>
                        <a:rPr lang="fr-FR" sz="1100" dirty="0">
                          <a:solidFill>
                            <a:srgbClr val="00B0F0"/>
                          </a:solidFill>
                          <a:latin typeface="Barlow" panose="00000500000000000000" pitchFamily="2" charset="0"/>
                        </a:rPr>
                        <a:t>•</a:t>
                      </a:r>
                      <a:r>
                        <a:rPr lang="en-GB" sz="1100" noProof="0" dirty="0">
                          <a:solidFill>
                            <a:srgbClr val="FF00FF"/>
                          </a:solidFill>
                          <a:latin typeface="Barlow" panose="00000500000000000000" pitchFamily="2" charset="0"/>
                        </a:rPr>
                        <a:t> </a:t>
                      </a: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MS Power BI, </a:t>
                      </a:r>
                      <a:r>
                        <a:rPr lang="en-GB" sz="1100" noProof="0" dirty="0" err="1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QlikSense</a:t>
                      </a: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, Cognos, Hyperion</a:t>
                      </a:r>
                    </a:p>
                    <a:p>
                      <a:r>
                        <a:rPr lang="fr-BE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R</a:t>
                      </a: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PA </a:t>
                      </a:r>
                      <a:r>
                        <a:rPr lang="fr-FR" sz="1100" dirty="0">
                          <a:solidFill>
                            <a:srgbClr val="00B0F0"/>
                          </a:solidFill>
                          <a:latin typeface="Barlow" panose="00000500000000000000" pitchFamily="2" charset="0"/>
                        </a:rPr>
                        <a:t>•</a:t>
                      </a:r>
                      <a:r>
                        <a:rPr lang="en-GB" sz="1100" noProof="0" dirty="0">
                          <a:solidFill>
                            <a:srgbClr val="FF00FF"/>
                          </a:solidFill>
                          <a:latin typeface="Barlow" panose="00000500000000000000" pitchFamily="2" charset="0"/>
                        </a:rPr>
                        <a:t> </a:t>
                      </a:r>
                      <a:r>
                        <a:rPr lang="en-GB" sz="1100" kern="12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  <a:cs typeface="+mn-cs"/>
                        </a:rPr>
                        <a:t>MS Power Automate, </a:t>
                      </a: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Uipath</a:t>
                      </a:r>
                    </a:p>
                    <a:p>
                      <a:r>
                        <a:rPr lang="en-GB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MS Office (advanced Excel)</a:t>
                      </a:r>
                    </a:p>
                    <a:p>
                      <a:r>
                        <a:rPr lang="fr-FR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ERP</a:t>
                      </a: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fr-FR" sz="1100" dirty="0">
                          <a:solidFill>
                            <a:srgbClr val="00B0F0"/>
                          </a:solidFill>
                          <a:latin typeface="Barlow" panose="00000500000000000000" pitchFamily="2" charset="0"/>
                        </a:rPr>
                        <a:t>•</a:t>
                      </a:r>
                      <a:r>
                        <a:rPr lang="en-GB" sz="1100" noProof="0" dirty="0">
                          <a:solidFill>
                            <a:srgbClr val="FF00FF"/>
                          </a:solidFill>
                          <a:latin typeface="Barlow" panose="00000500000000000000" pitchFamily="2" charset="0"/>
                        </a:rPr>
                        <a:t> </a:t>
                      </a:r>
                      <a:r>
                        <a:rPr lang="fr-BE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S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AP for HANA (FI/CO, BFC)</a:t>
                      </a:r>
                    </a:p>
                    <a:p>
                      <a:r>
                        <a:rPr lang="fr-FR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Mapping</a:t>
                      </a: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fr-FR" sz="1100" dirty="0">
                          <a:solidFill>
                            <a:srgbClr val="00B0F0"/>
                          </a:solidFill>
                          <a:latin typeface="Barlow" panose="00000500000000000000" pitchFamily="2" charset="0"/>
                        </a:rPr>
                        <a:t>•</a:t>
                      </a:r>
                      <a:r>
                        <a:rPr lang="en-GB" sz="1100" noProof="0" dirty="0">
                          <a:solidFill>
                            <a:srgbClr val="FF00FF"/>
                          </a:solidFill>
                          <a:latin typeface="Barlow" panose="00000500000000000000" pitchFamily="2" charset="0"/>
                        </a:rPr>
                        <a:t> </a:t>
                      </a:r>
                      <a:r>
                        <a:rPr lang="fr-FR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ArcGIS Pro</a:t>
                      </a:r>
                    </a:p>
                    <a:p>
                      <a:r>
                        <a:rPr lang="fr-FR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Accounting</a:t>
                      </a: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fr-FR" sz="1100" dirty="0">
                          <a:solidFill>
                            <a:srgbClr val="00B0F0"/>
                          </a:solidFill>
                          <a:latin typeface="Barlow" panose="00000500000000000000" pitchFamily="2" charset="0"/>
                        </a:rPr>
                        <a:t>•</a:t>
                      </a:r>
                      <a:r>
                        <a:rPr lang="en-GB" sz="1100" noProof="0" dirty="0">
                          <a:solidFill>
                            <a:srgbClr val="FF00FF"/>
                          </a:solidFill>
                          <a:latin typeface="Barlow" panose="00000500000000000000" pitchFamily="2" charset="0"/>
                        </a:rPr>
                        <a:t> </a:t>
                      </a:r>
                      <a:r>
                        <a:rPr lang="fr-FR" sz="1100" dirty="0" err="1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Winbooks</a:t>
                      </a:r>
                      <a:endParaRPr lang="fr-FR" sz="1100" dirty="0">
                        <a:solidFill>
                          <a:schemeClr val="tx1"/>
                        </a:solidFill>
                        <a:latin typeface="Barlow" panose="00000500000000000000" pitchFamily="2" charset="0"/>
                        <a:ea typeface="Verdan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Predictive AI </a:t>
                      </a:r>
                      <a:r>
                        <a:rPr lang="fr-FR" sz="1100" dirty="0">
                          <a:solidFill>
                            <a:srgbClr val="00B0F0"/>
                          </a:solidFill>
                          <a:latin typeface="Barlow" panose="00000500000000000000" pitchFamily="2" charset="0"/>
                        </a:rPr>
                        <a:t>•</a:t>
                      </a:r>
                      <a:r>
                        <a:rPr lang="en-GB" sz="1100" noProof="0" dirty="0">
                          <a:solidFill>
                            <a:srgbClr val="FF00FF"/>
                          </a:solidFill>
                          <a:latin typeface="Barlow" panose="00000500000000000000" pitchFamily="2" charset="0"/>
                        </a:rPr>
                        <a:t> </a:t>
                      </a:r>
                      <a:r>
                        <a:rPr lang="en-GB" sz="1100" noProof="0" dirty="0" err="1">
                          <a:solidFill>
                            <a:schemeClr val="tx1"/>
                          </a:solidFill>
                          <a:latin typeface="Barlow" panose="00000500000000000000" pitchFamily="2" charset="0"/>
                        </a:rPr>
                        <a:t>rStudio</a:t>
                      </a:r>
                      <a:endParaRPr lang="en-GB" sz="1100" dirty="0">
                        <a:solidFill>
                          <a:schemeClr val="tx1"/>
                        </a:solidFill>
                        <a:latin typeface="Barlow" panose="00000500000000000000" pitchFamily="2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63616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FF75E10-0BFE-567E-3948-5020933B2BCF}"/>
              </a:ext>
            </a:extLst>
          </p:cNvPr>
          <p:cNvGraphicFramePr>
            <a:graphicFrameLocks noGrp="1"/>
          </p:cNvGraphicFramePr>
          <p:nvPr/>
        </p:nvGraphicFramePr>
        <p:xfrm>
          <a:off x="327969" y="188959"/>
          <a:ext cx="11594858" cy="12958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94858">
                  <a:extLst>
                    <a:ext uri="{9D8B030D-6E8A-4147-A177-3AD203B41FA5}">
                      <a16:colId xmlns:a16="http://schemas.microsoft.com/office/drawing/2014/main" val="326379055"/>
                    </a:ext>
                  </a:extLst>
                </a:gridCol>
              </a:tblGrid>
              <a:tr h="1295892">
                <a:tc>
                  <a:txBody>
                    <a:bodyPr/>
                    <a:lstStyle/>
                    <a:p>
                      <a:r>
                        <a:rPr lang="en-GB" sz="2800" b="1" dirty="0">
                          <a:solidFill>
                            <a:srgbClr val="002060"/>
                          </a:solidFill>
                          <a:latin typeface="Roboto Slab" pitchFamily="2" charset="0"/>
                          <a:ea typeface="Roboto Slab" pitchFamily="2" charset="0"/>
                          <a:cs typeface="Ebrima" panose="02000000000000000000" pitchFamily="2" charset="0"/>
                        </a:rPr>
                        <a:t>Ernest Song</a:t>
                      </a:r>
                    </a:p>
                    <a:p>
                      <a:r>
                        <a:rPr lang="en-GB" sz="1400" dirty="0">
                          <a:solidFill>
                            <a:srgbClr val="002060"/>
                          </a:solidFill>
                          <a:latin typeface="Barlow" panose="00000500000000000000" pitchFamily="2" charset="0"/>
                          <a:ea typeface="Roboto Slab" pitchFamily="2" charset="0"/>
                          <a:cs typeface="Ebrima" panose="02000000000000000000" pitchFamily="2" charset="0"/>
                        </a:rPr>
                        <a:t>Corporate finance, FAST modelling methodology, Reporting, Automation, Process optimization and Data analytics</a:t>
                      </a:r>
                    </a:p>
                    <a:p>
                      <a:r>
                        <a:rPr lang="fr-BE" sz="1100" kern="1200" noProof="0" dirty="0">
                          <a:solidFill>
                            <a:srgbClr val="002060"/>
                          </a:solidFill>
                          <a:latin typeface="Barlow" panose="00000500000000000000" pitchFamily="2" charset="0"/>
                          <a:ea typeface="Roboto Slab" pitchFamily="2" charset="0"/>
                          <a:cs typeface="Ebrima" panose="02000000000000000000" pitchFamily="2" charset="0"/>
                        </a:rPr>
                        <a:t>+32 476 60 05 90</a:t>
                      </a:r>
                    </a:p>
                    <a:p>
                      <a:r>
                        <a:rPr lang="fr-BE" sz="1100" kern="1200" noProof="0" dirty="0">
                          <a:solidFill>
                            <a:srgbClr val="002060"/>
                          </a:solidFill>
                          <a:latin typeface="Barlow" panose="00000500000000000000" pitchFamily="2" charset="0"/>
                          <a:ea typeface="Roboto Slab" pitchFamily="2" charset="0"/>
                          <a:cs typeface="Ebrima" panose="02000000000000000000" pitchFamily="2" charset="0"/>
                        </a:rPr>
                        <a:t>contact@ernestsong.com</a:t>
                      </a:r>
                    </a:p>
                    <a:p>
                      <a:r>
                        <a:rPr lang="fr-BE" sz="1100" kern="1200" noProof="0" dirty="0">
                          <a:solidFill>
                            <a:srgbClr val="002060"/>
                          </a:solidFill>
                          <a:latin typeface="Barlow" panose="00000500000000000000" pitchFamily="2" charset="0"/>
                          <a:ea typeface="Roboto Slab" pitchFamily="2" charset="0"/>
                          <a:cs typeface="Ebrima" panose="02000000000000000000" pitchFamily="2" charset="0"/>
                        </a:rPr>
                        <a:t>www.ernestsong.com</a:t>
                      </a:r>
                      <a:endParaRPr lang="en-GB" sz="1100" kern="1200" noProof="0" dirty="0">
                        <a:solidFill>
                          <a:srgbClr val="002060"/>
                        </a:solidFill>
                        <a:latin typeface="Barlow" panose="00000500000000000000" pitchFamily="2" charset="0"/>
                        <a:ea typeface="Roboto Slab" pitchFamily="2" charset="0"/>
                        <a:cs typeface="Ebrima" panose="02000000000000000000" pitchFamily="2" charset="0"/>
                      </a:endParaRPr>
                    </a:p>
                  </a:txBody>
                  <a:tcPr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636168"/>
                  </a:ext>
                </a:extLst>
              </a:tr>
            </a:tbl>
          </a:graphicData>
        </a:graphic>
      </p:graphicFrame>
      <p:cxnSp>
        <p:nvCxnSpPr>
          <p:cNvPr id="39" name="Straight Connector 23">
            <a:extLst>
              <a:ext uri="{FF2B5EF4-FFF2-40B4-BE49-F238E27FC236}">
                <a16:creationId xmlns:a16="http://schemas.microsoft.com/office/drawing/2014/main" id="{7D76B867-6F1F-2E76-43EA-BF3B37A1FED2}"/>
              </a:ext>
            </a:extLst>
          </p:cNvPr>
          <p:cNvCxnSpPr>
            <a:cxnSpLocks/>
            <a:stCxn id="44" idx="6"/>
          </p:cNvCxnSpPr>
          <p:nvPr/>
        </p:nvCxnSpPr>
        <p:spPr>
          <a:xfrm flipV="1">
            <a:off x="678248" y="4244117"/>
            <a:ext cx="10778926" cy="295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0C35CD4-5FFC-B16D-2248-E78429665216}"/>
              </a:ext>
            </a:extLst>
          </p:cNvPr>
          <p:cNvCxnSpPr>
            <a:cxnSpLocks/>
          </p:cNvCxnSpPr>
          <p:nvPr/>
        </p:nvCxnSpPr>
        <p:spPr>
          <a:xfrm>
            <a:off x="11628592" y="4244117"/>
            <a:ext cx="294234" cy="0"/>
          </a:xfrm>
          <a:prstGeom prst="line">
            <a:avLst/>
          </a:prstGeom>
          <a:ln>
            <a:solidFill>
              <a:srgbClr val="5D5B6F">
                <a:alpha val="27059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B0CBB57-21E7-3CDD-2F20-63C199747C14}"/>
              </a:ext>
            </a:extLst>
          </p:cNvPr>
          <p:cNvGrpSpPr/>
          <p:nvPr/>
        </p:nvGrpSpPr>
        <p:grpSpPr>
          <a:xfrm>
            <a:off x="1350197" y="3742909"/>
            <a:ext cx="654545" cy="629176"/>
            <a:chOff x="1391673" y="3742909"/>
            <a:chExt cx="654545" cy="629176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BD018E7-E4C7-691E-BCDE-B028CE3DD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1673" y="3742909"/>
              <a:ext cx="654545" cy="298125"/>
            </a:xfrm>
            <a:prstGeom prst="rect">
              <a:avLst/>
            </a:prstGeom>
          </p:spPr>
        </p:pic>
        <p:sp>
          <p:nvSpPr>
            <p:cNvPr id="46" name="Oval 24">
              <a:extLst>
                <a:ext uri="{FF2B5EF4-FFF2-40B4-BE49-F238E27FC236}">
                  <a16:creationId xmlns:a16="http://schemas.microsoft.com/office/drawing/2014/main" id="{C32A8D42-1FB8-3376-B268-4ED5466BA009}"/>
                </a:ext>
              </a:extLst>
            </p:cNvPr>
            <p:cNvSpPr/>
            <p:nvPr/>
          </p:nvSpPr>
          <p:spPr>
            <a:xfrm>
              <a:off x="1391673" y="4129455"/>
              <a:ext cx="654545" cy="242630"/>
            </a:xfrm>
            <a:prstGeom prst="ellipse">
              <a:avLst/>
            </a:prstGeom>
            <a:solidFill>
              <a:srgbClr val="F6F6F9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 Slab" pitchFamily="2" charset="0"/>
                  <a:ea typeface="Roboto Slab" pitchFamily="2" charset="0"/>
                </a:rPr>
                <a:t>2011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D4C4640-53E8-395D-0904-E3487EA4A3DE}"/>
              </a:ext>
            </a:extLst>
          </p:cNvPr>
          <p:cNvGrpSpPr/>
          <p:nvPr/>
        </p:nvGrpSpPr>
        <p:grpSpPr>
          <a:xfrm>
            <a:off x="251181" y="3450678"/>
            <a:ext cx="720007" cy="1071304"/>
            <a:chOff x="251181" y="3450678"/>
            <a:chExt cx="720007" cy="1071304"/>
          </a:xfrm>
        </p:grpSpPr>
        <p:sp>
          <p:nvSpPr>
            <p:cNvPr id="42" name="Oval 18">
              <a:extLst>
                <a:ext uri="{FF2B5EF4-FFF2-40B4-BE49-F238E27FC236}">
                  <a16:creationId xmlns:a16="http://schemas.microsoft.com/office/drawing/2014/main" id="{B9275599-3BBC-7411-5F4E-4A420F50270D}"/>
                </a:ext>
              </a:extLst>
            </p:cNvPr>
            <p:cNvSpPr/>
            <p:nvPr/>
          </p:nvSpPr>
          <p:spPr>
            <a:xfrm>
              <a:off x="475906" y="4138371"/>
              <a:ext cx="270557" cy="270557"/>
            </a:xfrm>
            <a:prstGeom prst="ellipse">
              <a:avLst/>
            </a:prstGeom>
            <a:solidFill>
              <a:srgbClr val="F6F6F9"/>
            </a:solidFill>
            <a:ln w="6350">
              <a:solidFill>
                <a:schemeClr val="tx2">
                  <a:alpha val="46000"/>
                </a:schemeClr>
              </a:solidFill>
            </a:ln>
            <a:effectLst>
              <a:glow rad="101600">
                <a:srgbClr val="DDF9B8">
                  <a:alpha val="5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43" name="Oval 19">
              <a:extLst>
                <a:ext uri="{FF2B5EF4-FFF2-40B4-BE49-F238E27FC236}">
                  <a16:creationId xmlns:a16="http://schemas.microsoft.com/office/drawing/2014/main" id="{D1AA91FC-B32C-9AA3-E0AF-A7BB908A0E7A}"/>
                </a:ext>
              </a:extLst>
            </p:cNvPr>
            <p:cNvSpPr/>
            <p:nvPr/>
          </p:nvSpPr>
          <p:spPr>
            <a:xfrm>
              <a:off x="522127" y="4184592"/>
              <a:ext cx="178114" cy="178114"/>
            </a:xfrm>
            <a:prstGeom prst="ellipse">
              <a:avLst/>
            </a:prstGeom>
            <a:solidFill>
              <a:srgbClr val="F6F6F9"/>
            </a:solidFill>
            <a:ln w="12700">
              <a:solidFill>
                <a:schemeClr val="tx2">
                  <a:alpha val="65000"/>
                </a:schemeClr>
              </a:solidFill>
            </a:ln>
            <a:effectLst>
              <a:glow rad="101600">
                <a:srgbClr val="DDF9B8">
                  <a:alpha val="5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44" name="Oval 20">
              <a:extLst>
                <a:ext uri="{FF2B5EF4-FFF2-40B4-BE49-F238E27FC236}">
                  <a16:creationId xmlns:a16="http://schemas.microsoft.com/office/drawing/2014/main" id="{2F0F3D9D-790F-57CA-5842-8B5EE47B2DEE}"/>
                </a:ext>
              </a:extLst>
            </p:cNvPr>
            <p:cNvSpPr/>
            <p:nvPr/>
          </p:nvSpPr>
          <p:spPr>
            <a:xfrm>
              <a:off x="544121" y="4206586"/>
              <a:ext cx="134127" cy="134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45" name="Oval 22">
              <a:extLst>
                <a:ext uri="{FF2B5EF4-FFF2-40B4-BE49-F238E27FC236}">
                  <a16:creationId xmlns:a16="http://schemas.microsoft.com/office/drawing/2014/main" id="{5DD0C2B0-AFF2-950D-31DA-A709E8D0EAE6}"/>
                </a:ext>
              </a:extLst>
            </p:cNvPr>
            <p:cNvSpPr/>
            <p:nvPr/>
          </p:nvSpPr>
          <p:spPr>
            <a:xfrm>
              <a:off x="362851" y="4025316"/>
              <a:ext cx="496666" cy="496666"/>
            </a:xfrm>
            <a:prstGeom prst="ellipse">
              <a:avLst/>
            </a:prstGeom>
            <a:noFill/>
            <a:ln w="38100">
              <a:solidFill>
                <a:schemeClr val="tx2">
                  <a:alpha val="12000"/>
                </a:schemeClr>
              </a:solidFill>
            </a:ln>
            <a:effectLst>
              <a:glow rad="101600">
                <a:srgbClr val="DDF9B8">
                  <a:alpha val="5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latin typeface="Roboto Slab" pitchFamily="2" charset="0"/>
                <a:ea typeface="Roboto Slab" pitchFamily="2" charset="0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448F11-B250-373C-56E6-6C0794DFB1AB}"/>
                </a:ext>
              </a:extLst>
            </p:cNvPr>
            <p:cNvGrpSpPr/>
            <p:nvPr/>
          </p:nvGrpSpPr>
          <p:grpSpPr>
            <a:xfrm>
              <a:off x="251181" y="3450678"/>
              <a:ext cx="720007" cy="560404"/>
              <a:chOff x="251181" y="3450678"/>
              <a:chExt cx="720007" cy="560404"/>
            </a:xfrm>
          </p:grpSpPr>
          <p:pic>
            <p:nvPicPr>
              <p:cNvPr id="7" name="Image 6">
                <a:extLst>
                  <a:ext uri="{FF2B5EF4-FFF2-40B4-BE49-F238E27FC236}">
                    <a16:creationId xmlns:a16="http://schemas.microsoft.com/office/drawing/2014/main" id="{C6ADAAC3-DE42-CACD-CDC4-52C6325027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181" y="3450678"/>
                <a:ext cx="720000" cy="332536"/>
              </a:xfrm>
              <a:prstGeom prst="rect">
                <a:avLst/>
              </a:prstGeom>
            </p:spPr>
          </p:pic>
          <p:pic>
            <p:nvPicPr>
              <p:cNvPr id="12" name="Image 11" descr="Une image contenant texte&#10;&#10;Description générée automatiquement">
                <a:extLst>
                  <a:ext uri="{FF2B5EF4-FFF2-40B4-BE49-F238E27FC236}">
                    <a16:creationId xmlns:a16="http://schemas.microsoft.com/office/drawing/2014/main" id="{7458FEA6-5D71-BDFA-C766-40F1B150CD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188" y="3828269"/>
                <a:ext cx="720000" cy="182813"/>
              </a:xfrm>
              <a:prstGeom prst="rect">
                <a:avLst/>
              </a:prstGeom>
            </p:spPr>
          </p:pic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5A45284-1641-3CD0-7D38-3B64FF288F10}"/>
              </a:ext>
            </a:extLst>
          </p:cNvPr>
          <p:cNvSpPr txBox="1"/>
          <p:nvPr/>
        </p:nvSpPr>
        <p:spPr>
          <a:xfrm>
            <a:off x="72222" y="6428915"/>
            <a:ext cx="30539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kern="2000" dirty="0">
                <a:solidFill>
                  <a:schemeClr val="accent4">
                    <a:lumMod val="75000"/>
                    <a:alpha val="60000"/>
                  </a:schemeClr>
                </a:solidFill>
                <a:latin typeface="Roboto Slab" pitchFamily="2" charset="0"/>
                <a:ea typeface="Roboto Slab" pitchFamily="2" charset="0"/>
              </a:rPr>
              <a:t>XXX </a:t>
            </a:r>
            <a:r>
              <a:rPr lang="en-GB" sz="700" kern="2000" dirty="0">
                <a:solidFill>
                  <a:schemeClr val="tx1">
                    <a:alpha val="60000"/>
                  </a:schemeClr>
                </a:solidFill>
                <a:latin typeface="Roboto Slab" pitchFamily="2" charset="0"/>
                <a:ea typeface="Roboto Slab" pitchFamily="2" charset="0"/>
              </a:rPr>
              <a:t>Corporate finance (financial modelling, controlling, valuation)</a:t>
            </a:r>
          </a:p>
          <a:p>
            <a:r>
              <a:rPr lang="en-GB" sz="700" kern="2000" dirty="0">
                <a:solidFill>
                  <a:srgbClr val="FF0000">
                    <a:alpha val="60000"/>
                  </a:srgbClr>
                </a:solidFill>
                <a:latin typeface="Roboto Slab" pitchFamily="2" charset="0"/>
                <a:ea typeface="Roboto Slab" pitchFamily="2" charset="0"/>
              </a:rPr>
              <a:t>XXX </a:t>
            </a:r>
            <a:r>
              <a:rPr lang="en-GB" sz="700" kern="2000" dirty="0">
                <a:solidFill>
                  <a:schemeClr val="tx1">
                    <a:alpha val="60000"/>
                  </a:schemeClr>
                </a:solidFill>
                <a:latin typeface="Roboto Slab" pitchFamily="2" charset="0"/>
                <a:ea typeface="Roboto Slab" pitchFamily="2" charset="0"/>
              </a:rPr>
              <a:t>Data analysis, modelling and visualization</a:t>
            </a:r>
            <a:br>
              <a:rPr lang="en-GB" sz="700" kern="2000" dirty="0">
                <a:solidFill>
                  <a:schemeClr val="tx1">
                    <a:alpha val="60000"/>
                  </a:schemeClr>
                </a:solidFill>
                <a:latin typeface="Roboto Slab" pitchFamily="2" charset="0"/>
                <a:ea typeface="Roboto Slab" pitchFamily="2" charset="0"/>
              </a:rPr>
            </a:br>
            <a:r>
              <a:rPr lang="en-GB" sz="700" kern="2000" dirty="0">
                <a:solidFill>
                  <a:schemeClr val="accent5">
                    <a:lumMod val="75000"/>
                    <a:alpha val="60000"/>
                  </a:schemeClr>
                </a:solidFill>
                <a:latin typeface="Roboto Slab" pitchFamily="2" charset="0"/>
                <a:ea typeface="Roboto Slab" pitchFamily="2" charset="0"/>
              </a:rPr>
              <a:t>XXX </a:t>
            </a:r>
            <a:r>
              <a:rPr lang="en-GB" sz="700" kern="2000" dirty="0">
                <a:solidFill>
                  <a:schemeClr val="tx1">
                    <a:alpha val="60000"/>
                  </a:schemeClr>
                </a:solidFill>
                <a:latin typeface="Roboto Slab" pitchFamily="2" charset="0"/>
                <a:ea typeface="Roboto Slab" pitchFamily="2" charset="0"/>
              </a:rPr>
              <a:t>Working tools</a:t>
            </a:r>
            <a:endParaRPr lang="en-GB" sz="700" dirty="0">
              <a:solidFill>
                <a:schemeClr val="tx1">
                  <a:alpha val="60000"/>
                </a:schemeClr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272EC9-C006-29BB-4122-0A31479D712C}"/>
              </a:ext>
            </a:extLst>
          </p:cNvPr>
          <p:cNvGrpSpPr/>
          <p:nvPr/>
        </p:nvGrpSpPr>
        <p:grpSpPr>
          <a:xfrm>
            <a:off x="2383751" y="3758771"/>
            <a:ext cx="720000" cy="613314"/>
            <a:chOff x="2680450" y="3758771"/>
            <a:chExt cx="720000" cy="61331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4ACF8D7-D88A-B7C1-7E7C-E4D8A7B9E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80450" y="3758771"/>
              <a:ext cx="720000" cy="266400"/>
            </a:xfrm>
            <a:prstGeom prst="rect">
              <a:avLst/>
            </a:prstGeom>
          </p:spPr>
        </p:pic>
        <p:sp>
          <p:nvSpPr>
            <p:cNvPr id="2" name="Oval 24">
              <a:extLst>
                <a:ext uri="{FF2B5EF4-FFF2-40B4-BE49-F238E27FC236}">
                  <a16:creationId xmlns:a16="http://schemas.microsoft.com/office/drawing/2014/main" id="{AD258E3F-4E95-CA94-6792-5CEE20D952D1}"/>
                </a:ext>
              </a:extLst>
            </p:cNvPr>
            <p:cNvSpPr/>
            <p:nvPr/>
          </p:nvSpPr>
          <p:spPr>
            <a:xfrm>
              <a:off x="2713177" y="4129455"/>
              <a:ext cx="654545" cy="242630"/>
            </a:xfrm>
            <a:prstGeom prst="ellipse">
              <a:avLst/>
            </a:prstGeom>
            <a:solidFill>
              <a:srgbClr val="F6F6F9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 Slab" pitchFamily="2" charset="0"/>
                  <a:ea typeface="Roboto Slab" pitchFamily="2" charset="0"/>
                </a:rPr>
                <a:t>2014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4F93C47-8583-AACD-14E4-075C987F8AF9}"/>
              </a:ext>
            </a:extLst>
          </p:cNvPr>
          <p:cNvGrpSpPr/>
          <p:nvPr/>
        </p:nvGrpSpPr>
        <p:grpSpPr>
          <a:xfrm>
            <a:off x="3482760" y="3797401"/>
            <a:ext cx="720000" cy="574684"/>
            <a:chOff x="3895083" y="3797401"/>
            <a:chExt cx="720000" cy="574684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F263101-3458-6CD5-DA1C-3BA97766D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95083" y="3797401"/>
              <a:ext cx="720000" cy="189140"/>
            </a:xfrm>
            <a:prstGeom prst="rect">
              <a:avLst/>
            </a:prstGeom>
          </p:spPr>
        </p:pic>
        <p:sp>
          <p:nvSpPr>
            <p:cNvPr id="4" name="Oval 24">
              <a:extLst>
                <a:ext uri="{FF2B5EF4-FFF2-40B4-BE49-F238E27FC236}">
                  <a16:creationId xmlns:a16="http://schemas.microsoft.com/office/drawing/2014/main" id="{06FB1DF2-0A43-B5EE-9135-0D898CA28B03}"/>
                </a:ext>
              </a:extLst>
            </p:cNvPr>
            <p:cNvSpPr/>
            <p:nvPr/>
          </p:nvSpPr>
          <p:spPr>
            <a:xfrm>
              <a:off x="3927810" y="4129455"/>
              <a:ext cx="654545" cy="242630"/>
            </a:xfrm>
            <a:prstGeom prst="ellipse">
              <a:avLst/>
            </a:prstGeom>
            <a:solidFill>
              <a:srgbClr val="F6F6F9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 Slab" pitchFamily="2" charset="0"/>
                  <a:ea typeface="Roboto Slab" pitchFamily="2" charset="0"/>
                </a:rPr>
                <a:t>2016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EC26963-3BDA-ACA0-8EC3-BE728386893D}"/>
              </a:ext>
            </a:extLst>
          </p:cNvPr>
          <p:cNvGrpSpPr/>
          <p:nvPr/>
        </p:nvGrpSpPr>
        <p:grpSpPr>
          <a:xfrm>
            <a:off x="4581769" y="3776016"/>
            <a:ext cx="720000" cy="596069"/>
            <a:chOff x="5109716" y="3776016"/>
            <a:chExt cx="720000" cy="596069"/>
          </a:xfrm>
        </p:grpSpPr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8D311649-1AB7-9548-D374-99E0A758CA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49655"/>
            <a:stretch/>
          </p:blipFill>
          <p:spPr>
            <a:xfrm>
              <a:off x="5109716" y="3776016"/>
              <a:ext cx="720000" cy="231911"/>
            </a:xfrm>
            <a:prstGeom prst="rect">
              <a:avLst/>
            </a:prstGeom>
          </p:spPr>
        </p:pic>
        <p:sp>
          <p:nvSpPr>
            <p:cNvPr id="6" name="Oval 24">
              <a:extLst>
                <a:ext uri="{FF2B5EF4-FFF2-40B4-BE49-F238E27FC236}">
                  <a16:creationId xmlns:a16="http://schemas.microsoft.com/office/drawing/2014/main" id="{2C947CCE-85D7-FB1B-2B81-5DB7AC89DFA6}"/>
                </a:ext>
              </a:extLst>
            </p:cNvPr>
            <p:cNvSpPr/>
            <p:nvPr/>
          </p:nvSpPr>
          <p:spPr>
            <a:xfrm>
              <a:off x="5142443" y="4129455"/>
              <a:ext cx="654545" cy="242630"/>
            </a:xfrm>
            <a:prstGeom prst="ellipse">
              <a:avLst/>
            </a:prstGeom>
            <a:solidFill>
              <a:srgbClr val="F6F6F9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 Slab" pitchFamily="2" charset="0"/>
                  <a:ea typeface="Roboto Slab" pitchFamily="2" charset="0"/>
                </a:rPr>
                <a:t>2018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F51D020-C515-73E6-5A43-563B37894226}"/>
              </a:ext>
            </a:extLst>
          </p:cNvPr>
          <p:cNvGrpSpPr/>
          <p:nvPr/>
        </p:nvGrpSpPr>
        <p:grpSpPr>
          <a:xfrm>
            <a:off x="5680778" y="3625764"/>
            <a:ext cx="720000" cy="746321"/>
            <a:chOff x="6324349" y="3625764"/>
            <a:chExt cx="720000" cy="746321"/>
          </a:xfrm>
        </p:grpSpPr>
        <p:pic>
          <p:nvPicPr>
            <p:cNvPr id="67" name="Image 66">
              <a:extLst>
                <a:ext uri="{FF2B5EF4-FFF2-40B4-BE49-F238E27FC236}">
                  <a16:creationId xmlns:a16="http://schemas.microsoft.com/office/drawing/2014/main" id="{E9BAE236-3E62-B9C6-F759-8B9498613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52874" y1="87047" x2="52874" y2="87047"/>
                          <a14:foregroundMark x1="19923" y1="45596" x2="19923" y2="45596"/>
                          <a14:foregroundMark x1="31034" y1="42487" x2="31034" y2="42487"/>
                          <a14:foregroundMark x1="45594" y1="49223" x2="45594" y2="49223"/>
                          <a14:foregroundMark x1="56705" y1="45596" x2="56705" y2="45596"/>
                          <a14:foregroundMark x1="68966" y1="50777" x2="68966" y2="50777"/>
                          <a14:foregroundMark x1="77011" y1="44560" x2="77011" y2="44560"/>
                          <a14:foregroundMark x1="86207" y1="44041" x2="86207" y2="44041"/>
                          <a14:foregroundMark x1="52874" y1="86528" x2="52874" y2="86528"/>
                          <a14:foregroundMark x1="37165" y1="75648" x2="37165" y2="7564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324349" y="3625764"/>
              <a:ext cx="720000" cy="532414"/>
            </a:xfrm>
            <a:prstGeom prst="rect">
              <a:avLst/>
            </a:prstGeom>
          </p:spPr>
        </p:pic>
        <p:sp>
          <p:nvSpPr>
            <p:cNvPr id="8" name="Oval 24">
              <a:extLst>
                <a:ext uri="{FF2B5EF4-FFF2-40B4-BE49-F238E27FC236}">
                  <a16:creationId xmlns:a16="http://schemas.microsoft.com/office/drawing/2014/main" id="{84F4BF6C-CC66-2755-0353-8B3F04A61B31}"/>
                </a:ext>
              </a:extLst>
            </p:cNvPr>
            <p:cNvSpPr/>
            <p:nvPr/>
          </p:nvSpPr>
          <p:spPr>
            <a:xfrm>
              <a:off x="6357076" y="4129455"/>
              <a:ext cx="654545" cy="242630"/>
            </a:xfrm>
            <a:prstGeom prst="ellipse">
              <a:avLst/>
            </a:prstGeom>
            <a:solidFill>
              <a:srgbClr val="F6F6F9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 Slab" pitchFamily="2" charset="0"/>
                  <a:ea typeface="Roboto Slab" pitchFamily="2" charset="0"/>
                </a:rPr>
                <a:t>2020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4ED78C2-489E-507A-6624-35214EABFBF8}"/>
              </a:ext>
            </a:extLst>
          </p:cNvPr>
          <p:cNvGrpSpPr/>
          <p:nvPr/>
        </p:nvGrpSpPr>
        <p:grpSpPr>
          <a:xfrm>
            <a:off x="6779787" y="3792971"/>
            <a:ext cx="720000" cy="579114"/>
            <a:chOff x="7538982" y="3792971"/>
            <a:chExt cx="720000" cy="579114"/>
          </a:xfrm>
        </p:grpSpPr>
        <p:pic>
          <p:nvPicPr>
            <p:cNvPr id="3" name="Graphique 2">
              <a:extLst>
                <a:ext uri="{FF2B5EF4-FFF2-40B4-BE49-F238E27FC236}">
                  <a16:creationId xmlns:a16="http://schemas.microsoft.com/office/drawing/2014/main" id="{621AAC68-6617-89C8-C4DD-109FE7397E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538982" y="3792971"/>
              <a:ext cx="720000" cy="198000"/>
            </a:xfrm>
            <a:prstGeom prst="rect">
              <a:avLst/>
            </a:prstGeom>
          </p:spPr>
        </p:pic>
        <p:sp>
          <p:nvSpPr>
            <p:cNvPr id="9" name="Oval 24">
              <a:extLst>
                <a:ext uri="{FF2B5EF4-FFF2-40B4-BE49-F238E27FC236}">
                  <a16:creationId xmlns:a16="http://schemas.microsoft.com/office/drawing/2014/main" id="{2AE873D1-FC26-8BA6-60DA-8A37E79A7D82}"/>
                </a:ext>
              </a:extLst>
            </p:cNvPr>
            <p:cNvSpPr/>
            <p:nvPr/>
          </p:nvSpPr>
          <p:spPr>
            <a:xfrm>
              <a:off x="7571709" y="4129455"/>
              <a:ext cx="654545" cy="242630"/>
            </a:xfrm>
            <a:prstGeom prst="ellipse">
              <a:avLst/>
            </a:prstGeom>
            <a:solidFill>
              <a:srgbClr val="F6F6F9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 Slab" pitchFamily="2" charset="0"/>
                  <a:ea typeface="Roboto Slab" pitchFamily="2" charset="0"/>
                </a:rPr>
                <a:t>2020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1B868F2-1366-8F3A-15B5-AC79B77283A4}"/>
              </a:ext>
            </a:extLst>
          </p:cNvPr>
          <p:cNvGrpSpPr/>
          <p:nvPr/>
        </p:nvGrpSpPr>
        <p:grpSpPr>
          <a:xfrm>
            <a:off x="7878796" y="3751751"/>
            <a:ext cx="719390" cy="620334"/>
            <a:chOff x="8753920" y="3751751"/>
            <a:chExt cx="719390" cy="62033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5B16D3C-2D3C-D4B8-759F-FF96C96A81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753920" y="3751751"/>
              <a:ext cx="719390" cy="280440"/>
            </a:xfrm>
            <a:prstGeom prst="rect">
              <a:avLst/>
            </a:prstGeom>
          </p:spPr>
        </p:pic>
        <p:sp>
          <p:nvSpPr>
            <p:cNvPr id="10" name="Oval 24">
              <a:extLst>
                <a:ext uri="{FF2B5EF4-FFF2-40B4-BE49-F238E27FC236}">
                  <a16:creationId xmlns:a16="http://schemas.microsoft.com/office/drawing/2014/main" id="{6605FA76-CBF2-FF7D-4045-3AD466BEF80C}"/>
                </a:ext>
              </a:extLst>
            </p:cNvPr>
            <p:cNvSpPr/>
            <p:nvPr/>
          </p:nvSpPr>
          <p:spPr>
            <a:xfrm>
              <a:off x="8786342" y="4129455"/>
              <a:ext cx="654545" cy="242630"/>
            </a:xfrm>
            <a:prstGeom prst="ellipse">
              <a:avLst/>
            </a:prstGeom>
            <a:solidFill>
              <a:srgbClr val="FFB3B3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 Slab" pitchFamily="2" charset="0"/>
                  <a:ea typeface="Roboto Slab" pitchFamily="2" charset="0"/>
                </a:rPr>
                <a:t>2022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E653339-29DD-2357-A049-A522908F23DA}"/>
              </a:ext>
            </a:extLst>
          </p:cNvPr>
          <p:cNvGrpSpPr/>
          <p:nvPr/>
        </p:nvGrpSpPr>
        <p:grpSpPr>
          <a:xfrm>
            <a:off x="8977195" y="3790796"/>
            <a:ext cx="719390" cy="581289"/>
            <a:chOff x="9968553" y="3790796"/>
            <a:chExt cx="719390" cy="581289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C703A13-FE3E-FF29-CF33-844430F04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9968553" y="3790796"/>
              <a:ext cx="719390" cy="202350"/>
            </a:xfrm>
            <a:prstGeom prst="rect">
              <a:avLst/>
            </a:prstGeom>
          </p:spPr>
        </p:pic>
        <p:sp>
          <p:nvSpPr>
            <p:cNvPr id="11" name="Oval 24">
              <a:extLst>
                <a:ext uri="{FF2B5EF4-FFF2-40B4-BE49-F238E27FC236}">
                  <a16:creationId xmlns:a16="http://schemas.microsoft.com/office/drawing/2014/main" id="{C44C1E5B-BA4A-101F-53FE-8141AE9959FC}"/>
                </a:ext>
              </a:extLst>
            </p:cNvPr>
            <p:cNvSpPr/>
            <p:nvPr/>
          </p:nvSpPr>
          <p:spPr>
            <a:xfrm>
              <a:off x="10000975" y="4129455"/>
              <a:ext cx="654545" cy="242630"/>
            </a:xfrm>
            <a:prstGeom prst="ellipse">
              <a:avLst/>
            </a:prstGeom>
            <a:solidFill>
              <a:srgbClr val="FFB3B3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 Slab" pitchFamily="2" charset="0"/>
                  <a:ea typeface="Roboto Slab" pitchFamily="2" charset="0"/>
                </a:rPr>
                <a:t>2023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C1C79CB-BC7B-0586-C9DD-FB68C049E6AC}"/>
              </a:ext>
            </a:extLst>
          </p:cNvPr>
          <p:cNvGrpSpPr/>
          <p:nvPr/>
        </p:nvGrpSpPr>
        <p:grpSpPr>
          <a:xfrm>
            <a:off x="10075594" y="3798544"/>
            <a:ext cx="720000" cy="573541"/>
            <a:chOff x="11168391" y="3798544"/>
            <a:chExt cx="720000" cy="573541"/>
          </a:xfrm>
        </p:grpSpPr>
        <p:pic>
          <p:nvPicPr>
            <p:cNvPr id="27" name="Picture 26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5517F959-A328-C8AA-5080-74943DDBB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168391" y="3798544"/>
              <a:ext cx="720000" cy="186855"/>
            </a:xfrm>
            <a:prstGeom prst="rect">
              <a:avLst/>
            </a:prstGeom>
          </p:spPr>
        </p:pic>
        <p:sp>
          <p:nvSpPr>
            <p:cNvPr id="13" name="Oval 24">
              <a:extLst>
                <a:ext uri="{FF2B5EF4-FFF2-40B4-BE49-F238E27FC236}">
                  <a16:creationId xmlns:a16="http://schemas.microsoft.com/office/drawing/2014/main" id="{7E017483-F2C0-4727-CA00-A650453CF482}"/>
                </a:ext>
              </a:extLst>
            </p:cNvPr>
            <p:cNvSpPr/>
            <p:nvPr/>
          </p:nvSpPr>
          <p:spPr>
            <a:xfrm>
              <a:off x="11201118" y="4129455"/>
              <a:ext cx="654545" cy="242630"/>
            </a:xfrm>
            <a:prstGeom prst="ellipse">
              <a:avLst/>
            </a:prstGeom>
            <a:solidFill>
              <a:srgbClr val="FFB3B3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 Slab" pitchFamily="2" charset="0"/>
                  <a:ea typeface="Roboto Slab" pitchFamily="2" charset="0"/>
                </a:rPr>
                <a:t>2024</a:t>
              </a:r>
            </a:p>
          </p:txBody>
        </p:sp>
      </p:grp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5553206B-56B9-78A5-0587-06BFA7753E92}"/>
              </a:ext>
            </a:extLst>
          </p:cNvPr>
          <p:cNvGraphicFramePr>
            <a:graphicFrameLocks noGrp="1"/>
          </p:cNvGraphicFramePr>
          <p:nvPr/>
        </p:nvGraphicFramePr>
        <p:xfrm>
          <a:off x="9435838" y="1582999"/>
          <a:ext cx="2676993" cy="899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76993">
                  <a:extLst>
                    <a:ext uri="{9D8B030D-6E8A-4147-A177-3AD203B41FA5}">
                      <a16:colId xmlns:a16="http://schemas.microsoft.com/office/drawing/2014/main" val="3263790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  <a:cs typeface="Ebrima" panose="02000000000000000000" pitchFamily="2" charset="0"/>
                        </a:rPr>
                        <a:t>Languages</a:t>
                      </a:r>
                      <a:endParaRPr lang="en-GB" sz="1200" b="1" dirty="0">
                        <a:solidFill>
                          <a:srgbClr val="0070C0"/>
                        </a:solidFill>
                        <a:latin typeface="Roboto Slab" pitchFamily="2" charset="0"/>
                        <a:ea typeface="Roboto Slab" pitchFamily="2" charset="0"/>
                        <a:cs typeface="Ebrima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751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fr-BE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Native </a:t>
                      </a:r>
                      <a:r>
                        <a:rPr lang="fr-FR" sz="1100" dirty="0">
                          <a:solidFill>
                            <a:srgbClr val="00B0F0"/>
                          </a:solidFill>
                          <a:latin typeface="Barlow" panose="00000500000000000000" pitchFamily="2" charset="0"/>
                        </a:rPr>
                        <a:t>•</a:t>
                      </a:r>
                      <a:r>
                        <a:rPr lang="en-GB" sz="1100" noProof="0" dirty="0">
                          <a:solidFill>
                            <a:srgbClr val="FF00FF"/>
                          </a:solidFill>
                          <a:latin typeface="Barlow" panose="00000500000000000000" pitchFamily="2" charset="0"/>
                        </a:rPr>
                        <a:t> </a:t>
                      </a: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French, Khmer, Teochew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Fluent </a:t>
                      </a:r>
                      <a:r>
                        <a:rPr lang="fr-FR" sz="1100" dirty="0">
                          <a:solidFill>
                            <a:srgbClr val="00B0F0"/>
                          </a:solidFill>
                          <a:latin typeface="Barlow" panose="00000500000000000000" pitchFamily="2" charset="0"/>
                        </a:rPr>
                        <a:t>•</a:t>
                      </a:r>
                      <a:r>
                        <a:rPr lang="en-GB" sz="1100" noProof="0" dirty="0">
                          <a:solidFill>
                            <a:srgbClr val="FF00FF"/>
                          </a:solidFill>
                          <a:latin typeface="Barlow" panose="00000500000000000000" pitchFamily="2" charset="0"/>
                        </a:rPr>
                        <a:t> </a:t>
                      </a: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English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10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Basic   </a:t>
                      </a:r>
                      <a:r>
                        <a:rPr lang="fr-FR" sz="1100" dirty="0">
                          <a:solidFill>
                            <a:srgbClr val="00B0F0"/>
                          </a:solidFill>
                          <a:latin typeface="Barlow" panose="00000500000000000000" pitchFamily="2" charset="0"/>
                        </a:rPr>
                        <a:t>•</a:t>
                      </a:r>
                      <a:r>
                        <a:rPr lang="en-GB" sz="1100" noProof="0" dirty="0">
                          <a:solidFill>
                            <a:srgbClr val="FF00FF"/>
                          </a:solidFill>
                          <a:latin typeface="Barlow" panose="00000500000000000000" pitchFamily="2" charset="0"/>
                        </a:rPr>
                        <a:t> </a:t>
                      </a:r>
                      <a:r>
                        <a:rPr lang="en-GB" sz="1100" noProof="0" dirty="0">
                          <a:solidFill>
                            <a:schemeClr val="tx1"/>
                          </a:solidFill>
                          <a:latin typeface="Barlow" panose="00000500000000000000" pitchFamily="2" charset="0"/>
                          <a:ea typeface="Verdana" panose="020B0604030504040204" pitchFamily="34" charset="0"/>
                        </a:rPr>
                        <a:t>Dutch (A2), Spanish, Mandarin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63616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96ABA16-0A5A-0143-1C61-1B83AF8DB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32403"/>
              </p:ext>
            </p:extLst>
          </p:nvPr>
        </p:nvGraphicFramePr>
        <p:xfrm>
          <a:off x="72222" y="4380293"/>
          <a:ext cx="12040611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4601">
                  <a:extLst>
                    <a:ext uri="{9D8B030D-6E8A-4147-A177-3AD203B41FA5}">
                      <a16:colId xmlns:a16="http://schemas.microsoft.com/office/drawing/2014/main" val="775992902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2593322398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2062962862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1842301480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1004459163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3328269978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1359555940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1525569834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289630534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551008786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2799340345"/>
                    </a:ext>
                  </a:extLst>
                </a:gridCol>
              </a:tblGrid>
              <a:tr h="3602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1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Double Master’s Degree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Financial Auditor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Reporting </a:t>
                      </a:r>
                      <a:b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Consolidation Manager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Managing Director</a:t>
                      </a:r>
                      <a:b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Head of Project Financial Modelling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Performance Management </a:t>
                      </a:r>
                      <a:b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Project Leader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Director Business Process Automation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Head of Controlling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Real Estate Valuation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Corporate finance </a:t>
                      </a:r>
                      <a:b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Cash management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Strategy &amp;</a:t>
                      </a:r>
                      <a:b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Business analysis, </a:t>
                      </a:r>
                      <a:b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SAP integration, </a:t>
                      </a:r>
                      <a:b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Data modelling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Business analyst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Process automation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1" dirty="0">
                          <a:solidFill>
                            <a:srgbClr val="0070C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Controlling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644316"/>
                  </a:ext>
                </a:extLst>
              </a:tr>
              <a:tr h="567886">
                <a:tc>
                  <a:txBody>
                    <a:bodyPr/>
                    <a:lstStyle/>
                    <a:p>
                      <a:pPr algn="ctr"/>
                      <a:r>
                        <a:rPr lang="en-GB" sz="6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Management sciences</a:t>
                      </a:r>
                      <a:br>
                        <a:rPr lang="en-GB" sz="6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Financial control</a:t>
                      </a:r>
                    </a:p>
                    <a:p>
                      <a:pPr algn="ctr"/>
                      <a:r>
                        <a:rPr lang="en-GB" sz="6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Auditing</a:t>
                      </a:r>
                      <a:endParaRPr lang="en-GB" sz="6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Statutory, </a:t>
                      </a:r>
                      <a:r>
                        <a:rPr lang="en-GB" sz="600" kern="2000" dirty="0" err="1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conso</a:t>
                      </a:r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. audit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IFRS, FR GAAP, US GAAP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Public-Private Partnership audit</a:t>
                      </a:r>
                    </a:p>
                    <a:p>
                      <a:pPr algn="ctr"/>
                      <a:endParaRPr lang="en-GB" sz="600" kern="2000" dirty="0">
                        <a:solidFill>
                          <a:schemeClr val="accent4">
                            <a:lumMod val="75000"/>
                            <a:alpha val="60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EU FP7 Compliance audit</a:t>
                      </a:r>
                      <a:b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b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Main sector: </a:t>
                      </a:r>
                      <a:b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Construction, Real estate, Water distribution, Healthcare, Public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IFRS financial reporting</a:t>
                      </a:r>
                      <a:b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Annual budgeting</a:t>
                      </a:r>
                      <a:b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Monthly forecasting</a:t>
                      </a:r>
                      <a:b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Strategic planning</a:t>
                      </a:r>
                      <a:b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Actual vs Budget analysis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GB" sz="600" dirty="0"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Scope: Asia-Pacific, Latin America and Canada </a:t>
                      </a:r>
                      <a:b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(3 billions euros Turnover)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Financial holding management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BE GAAP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Design strategic long-term operational financial business model</a:t>
                      </a:r>
                      <a: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 </a:t>
                      </a:r>
                      <a:b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&gt; Scenario generation, </a:t>
                      </a:r>
                      <a:b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&gt; Valuation, </a:t>
                      </a:r>
                      <a:b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&gt; Capital expenditures</a:t>
                      </a:r>
                    </a:p>
                    <a:p>
                      <a:pPr algn="ctr"/>
                      <a:endParaRPr lang="en-GB" sz="600" kern="2000" dirty="0">
                        <a:solidFill>
                          <a:schemeClr val="tx1">
                            <a:alpha val="60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People management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Finance Transformation Operating Model (FTOM)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GAP analysis (AS-IS/TO-BE)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Design Performance Management Information System (MIS)</a:t>
                      </a:r>
                      <a:b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endParaRPr lang="en-GB" sz="600" kern="2000" dirty="0">
                        <a:solidFill>
                          <a:schemeClr val="tx1">
                            <a:alpha val="60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  <a:p>
                      <a:pPr algn="ctr"/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Structure data analytics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Visualize data</a:t>
                      </a:r>
                      <a:endParaRPr lang="en-GB" sz="6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Develop Citizen developer business model strategy based on </a:t>
                      </a:r>
                      <a:r>
                        <a:rPr lang="en-GB" sz="600" kern="2000" dirty="0">
                          <a:solidFill>
                            <a:srgbClr val="FF000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RPA and BI</a:t>
                      </a:r>
                      <a:r>
                        <a:rPr lang="en-GB" sz="600" kern="2000" dirty="0">
                          <a:solidFill>
                            <a:srgbClr val="C00000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.</a:t>
                      </a:r>
                    </a:p>
                    <a:p>
                      <a:pPr algn="ctr"/>
                      <a:endParaRPr lang="en-GB" sz="600" kern="2000" dirty="0">
                        <a:solidFill>
                          <a:schemeClr val="tx1">
                            <a:alpha val="60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  <a:p>
                      <a:pPr algn="ctr"/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Implement process optimization, harmonisation and standardisation.</a:t>
                      </a:r>
                    </a:p>
                    <a:p>
                      <a:pPr algn="ctr"/>
                      <a:endParaRPr lang="en-GB" sz="600" kern="2000" dirty="0">
                        <a:solidFill>
                          <a:schemeClr val="tx1">
                            <a:alpha val="60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Business development</a:t>
                      </a:r>
                      <a:b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People management</a:t>
                      </a:r>
                      <a:endParaRPr lang="en-GB" sz="6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Accounting BE GAAP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Annual budgeting</a:t>
                      </a:r>
                      <a:b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Monthly forecasting</a:t>
                      </a:r>
                      <a:b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Strategic planning</a:t>
                      </a:r>
                      <a:b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Actual vs Budget analysis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Cash-flow planning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Risk management</a:t>
                      </a:r>
                    </a:p>
                    <a:p>
                      <a:pPr algn="ctr"/>
                      <a:endParaRPr lang="en-GB" sz="600" kern="2000" dirty="0">
                        <a:solidFill>
                          <a:schemeClr val="tx1">
                            <a:alpha val="60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  <a:p>
                      <a:pPr algn="ctr"/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Finance data model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Power BI tailored reports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Tailorable reports</a:t>
                      </a:r>
                      <a:endParaRPr lang="en-GB" sz="6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Financial modelling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M&amp;A modelling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Development modelling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Demographic analysis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Process Automation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Pricing modelling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Data strategic framework</a:t>
                      </a:r>
                    </a:p>
                    <a:p>
                      <a:pPr algn="ctr"/>
                      <a:endParaRPr lang="en-GB" sz="600" kern="2000" dirty="0">
                        <a:solidFill>
                          <a:schemeClr val="tx1">
                            <a:alpha val="60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  <a:p>
                      <a:pPr algn="ctr"/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Automated dashboards Tailorable reports</a:t>
                      </a:r>
                      <a:b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Predictive analytics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Impairment modelling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M&amp;A modelling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Process Automation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Data strategic view</a:t>
                      </a:r>
                    </a:p>
                    <a:p>
                      <a:pPr algn="ctr"/>
                      <a:endParaRPr lang="en-GB" sz="600" kern="2000" dirty="0">
                        <a:solidFill>
                          <a:schemeClr val="tx1">
                            <a:alpha val="60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  <a:p>
                      <a:pPr algn="ctr"/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Finance data model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Automated dashboards Tailorable reports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kern="2000">
                          <a:solidFill>
                            <a:schemeClr val="tx1"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Production restructuration workflows post-M&amp;A</a:t>
                      </a:r>
                    </a:p>
                    <a:p>
                      <a:pPr algn="ctr"/>
                      <a:endParaRPr lang="en-GB" sz="600" kern="2000">
                        <a:solidFill>
                          <a:schemeClr val="tx1">
                            <a:alpha val="60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  <a:p>
                      <a:pPr algn="ctr"/>
                      <a:r>
                        <a:rPr lang="en-GB" sz="600" kern="200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Customer bonus data model</a:t>
                      </a:r>
                    </a:p>
                    <a:p>
                      <a:pPr algn="ctr"/>
                      <a:r>
                        <a:rPr lang="en-GB" sz="600" kern="200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Finance data model</a:t>
                      </a:r>
                    </a:p>
                    <a:p>
                      <a:pPr algn="ctr"/>
                      <a:r>
                        <a:rPr lang="en-GB" sz="600" kern="200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Automated dashboards Tailorable reports</a:t>
                      </a:r>
                      <a:endParaRPr lang="en-GB" sz="600" kern="2000" dirty="0">
                        <a:solidFill>
                          <a:srgbClr val="FF0000">
                            <a:alpha val="60000"/>
                          </a:srgb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  <a:cs typeface="+mn-cs"/>
                        </a:rPr>
                        <a:t>Automated Budget </a:t>
                      </a:r>
                      <a:r>
                        <a:rPr lang="en-GB" sz="600" kern="2000" dirty="0" err="1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  <a:cs typeface="+mn-cs"/>
                        </a:rPr>
                        <a:t>Modeling</a:t>
                      </a:r>
                      <a:r>
                        <a:rPr lang="en-GB" sz="600" kern="2000" dirty="0">
                          <a:solidFill>
                            <a:schemeClr val="accent4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  <a:cs typeface="+mn-cs"/>
                        </a:rPr>
                        <a:t> &amp; Portfolio Optimization</a:t>
                      </a:r>
                    </a:p>
                    <a:p>
                      <a:pPr marL="0" algn="ctr" defTabSz="914400" rtl="0" eaLnBrk="1" latinLnBrk="0" hangingPunct="1"/>
                      <a:endParaRPr lang="en-GB" sz="600" kern="2000" dirty="0">
                        <a:solidFill>
                          <a:schemeClr val="accent4">
                            <a:lumMod val="75000"/>
                            <a:alpha val="60000"/>
                          </a:schemeClr>
                        </a:solidFill>
                        <a:latin typeface="Roboto Slab" pitchFamily="2" charset="0"/>
                        <a:ea typeface="Roboto Slab" pitchFamily="2" charset="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SAP S/4HANA Migration &amp; Data Reconciliation</a:t>
                      </a:r>
                      <a:endParaRPr lang="en-GB" sz="600" kern="2000" dirty="0">
                        <a:solidFill>
                          <a:schemeClr val="accent4">
                            <a:lumMod val="75000"/>
                            <a:alpha val="60000"/>
                          </a:schemeClr>
                        </a:solidFill>
                        <a:latin typeface="Roboto Slab" pitchFamily="2" charset="0"/>
                        <a:ea typeface="Roboto Slab" pitchFamily="2" charset="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600" kern="2000" dirty="0">
                          <a:solidFill>
                            <a:srgbClr val="FF0000">
                              <a:alpha val="60000"/>
                            </a:srgbClr>
                          </a:solidFill>
                          <a:latin typeface="Roboto Slab" pitchFamily="2" charset="0"/>
                          <a:ea typeface="Roboto Slab" pitchFamily="2" charset="0"/>
                          <a:cs typeface="+mn-cs"/>
                        </a:rPr>
                        <a:t>ETL Workflow Deployment &amp; Systems Integration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748081"/>
                  </a:ext>
                </a:extLst>
              </a:tr>
              <a:tr h="394046">
                <a:tc>
                  <a:txBody>
                    <a:bodyPr/>
                    <a:lstStyle/>
                    <a:p>
                      <a:pPr algn="ctr"/>
                      <a:endParaRPr lang="en-GB" sz="6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6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SAP for HANA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Cognos Static reports</a:t>
                      </a:r>
                      <a:b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Advanced Excel</a:t>
                      </a:r>
                      <a:endParaRPr lang="en-GB" sz="6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Hyperion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Advanced Excel</a:t>
                      </a:r>
                      <a:endParaRPr lang="en-GB" sz="6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Advanced Excel</a:t>
                      </a:r>
                      <a:b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Jira</a:t>
                      </a:r>
                      <a:endParaRPr lang="en-GB" sz="6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Advanced Excel</a:t>
                      </a:r>
                      <a:endParaRPr lang="en-GB" sz="6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Power Automate, Uipath</a:t>
                      </a:r>
                      <a:b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Power Query / Power BI</a:t>
                      </a:r>
                      <a:endParaRPr lang="en-GB" sz="6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kern="2000" dirty="0" err="1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Winbooks</a:t>
                      </a:r>
                      <a:b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Advanced Excel</a:t>
                      </a:r>
                      <a:endParaRPr lang="en-GB" sz="6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SAP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Advanced Excel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Power Query / Power BI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ArcGIS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Migration SAP for HANA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(TEMIS, SMART)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Advanced Excel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Power Query / Power BI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Power Automate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Migration SAP for HANA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Advanced Excel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Power Query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Migration SAP for HANA</a:t>
                      </a:r>
                      <a:b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</a:br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(GET, SMART, XROAD)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Advanced Excel</a:t>
                      </a:r>
                    </a:p>
                    <a:p>
                      <a:pPr algn="ctr"/>
                      <a:r>
                        <a:rPr lang="en-GB" sz="600" kern="2000" dirty="0">
                          <a:solidFill>
                            <a:schemeClr val="accent5">
                              <a:lumMod val="75000"/>
                              <a:alpha val="60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Power Query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356127"/>
                  </a:ext>
                </a:extLst>
              </a:tr>
            </a:tbl>
          </a:graphicData>
        </a:graphic>
      </p:graphicFrame>
      <p:sp>
        <p:nvSpPr>
          <p:cNvPr id="28" name="Oval 24">
            <a:extLst>
              <a:ext uri="{FF2B5EF4-FFF2-40B4-BE49-F238E27FC236}">
                <a16:creationId xmlns:a16="http://schemas.microsoft.com/office/drawing/2014/main" id="{4FDF7335-E90E-E9CB-FA78-8F822B18F4D0}"/>
              </a:ext>
            </a:extLst>
          </p:cNvPr>
          <p:cNvSpPr/>
          <p:nvPr/>
        </p:nvSpPr>
        <p:spPr>
          <a:xfrm>
            <a:off x="3126160" y="6515349"/>
            <a:ext cx="851076" cy="242630"/>
          </a:xfrm>
          <a:prstGeom prst="ellipse">
            <a:avLst/>
          </a:prstGeom>
          <a:solidFill>
            <a:srgbClr val="FFB3B3"/>
          </a:solidFill>
          <a:ln>
            <a:noFill/>
          </a:ln>
          <a:effectLst>
            <a:outerShdw blurRad="63500" sx="102000" sy="102000" algn="c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Slab" pitchFamily="2" charset="0"/>
                <a:ea typeface="Roboto Slab" pitchFamily="2" charset="0"/>
              </a:rPr>
              <a:t>Freelance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A7F3DC7-3D23-5551-6041-EFAEE1D62F91}"/>
              </a:ext>
            </a:extLst>
          </p:cNvPr>
          <p:cNvGrpSpPr/>
          <p:nvPr/>
        </p:nvGrpSpPr>
        <p:grpSpPr>
          <a:xfrm>
            <a:off x="11174604" y="3789165"/>
            <a:ext cx="654545" cy="573541"/>
            <a:chOff x="8564853" y="3789165"/>
            <a:chExt cx="654545" cy="573541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BA14BEB-F1F5-2420-32DF-8489568E3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8667138" y="3789165"/>
              <a:ext cx="449976" cy="186855"/>
            </a:xfrm>
            <a:prstGeom prst="rect">
              <a:avLst/>
            </a:prstGeom>
          </p:spPr>
        </p:pic>
        <p:sp>
          <p:nvSpPr>
            <p:cNvPr id="47" name="Oval 24">
              <a:extLst>
                <a:ext uri="{FF2B5EF4-FFF2-40B4-BE49-F238E27FC236}">
                  <a16:creationId xmlns:a16="http://schemas.microsoft.com/office/drawing/2014/main" id="{11826AAB-CD94-8974-D583-A4C0A488344A}"/>
                </a:ext>
              </a:extLst>
            </p:cNvPr>
            <p:cNvSpPr/>
            <p:nvPr/>
          </p:nvSpPr>
          <p:spPr>
            <a:xfrm>
              <a:off x="8564853" y="4120076"/>
              <a:ext cx="654545" cy="242630"/>
            </a:xfrm>
            <a:prstGeom prst="ellipse">
              <a:avLst/>
            </a:prstGeom>
            <a:solidFill>
              <a:srgbClr val="FFB3B3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 Slab" pitchFamily="2" charset="0"/>
                  <a:ea typeface="Roboto Slab" pitchFamily="2" charset="0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0041532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version (full text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2019.potx [Read-Only]" id="{CC258A38-9933-441E-9A41-E9BD8511EC3F}" vid="{89BBC0E4-5ED5-44E3-94F3-CA3143B1503C}"/>
    </a:ext>
  </a:extLst>
</a:theme>
</file>

<file path=ppt/theme/theme2.xml><?xml version="1.0" encoding="utf-8"?>
<a:theme xmlns:a="http://schemas.openxmlformats.org/drawingml/2006/main" name="Light version (half image, half text, pink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2019.potx [Read-Only]" id="{CC258A38-9933-441E-9A41-E9BD8511EC3F}" vid="{D180D02B-BF08-4261-B56C-9763BEE4B8F0}"/>
    </a:ext>
  </a:extLst>
</a:theme>
</file>

<file path=ppt/theme/theme3.xml><?xml version="1.0" encoding="utf-8"?>
<a:theme xmlns:a="http://schemas.openxmlformats.org/drawingml/2006/main" name="Light version (half image, half text, yellow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2019.potx [Read-Only]" id="{CC258A38-9933-441E-9A41-E9BD8511EC3F}" vid="{54FF06B3-AC32-4845-B4CF-DF561B8DA9EC}"/>
    </a:ext>
  </a:extLst>
</a:theme>
</file>

<file path=ppt/theme/theme4.xml><?xml version="1.0" encoding="utf-8"?>
<a:theme xmlns:a="http://schemas.openxmlformats.org/drawingml/2006/main" name="Light version (half image, half text, black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2019.potx [Read-Only]" id="{CC258A38-9933-441E-9A41-E9BD8511EC3F}" vid="{D3E4EB7D-5637-4110-9DA4-30A56EDB04FB}"/>
    </a:ext>
  </a:extLst>
</a:theme>
</file>

<file path=ppt/theme/theme5.xml><?xml version="1.0" encoding="utf-8"?>
<a:theme xmlns:a="http://schemas.openxmlformats.org/drawingml/2006/main" name="Light version (yellow with detail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2019.potx [Read-Only]" id="{CC258A38-9933-441E-9A41-E9BD8511EC3F}" vid="{164A9F83-3F2E-49CF-885F-92EF02641868}"/>
    </a:ext>
  </a:extLst>
</a:theme>
</file>

<file path=ppt/theme/theme6.xml><?xml version="1.0" encoding="utf-8"?>
<a:theme xmlns:a="http://schemas.openxmlformats.org/drawingml/2006/main" name="6_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2019.potx [Read-Only]" id="{CC258A38-9933-441E-9A41-E9BD8511EC3F}" vid="{B9464550-42B0-44E8-A47D-65060197C29C}"/>
    </a:ext>
  </a:extLst>
</a:theme>
</file>

<file path=ppt/theme/theme7.xml><?xml version="1.0" encoding="utf-8"?>
<a:theme xmlns:a="http://schemas.openxmlformats.org/drawingml/2006/main" name="Light version (pink with detail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2019.potx [Read-Only]" id="{CC258A38-9933-441E-9A41-E9BD8511EC3F}" vid="{F651AEB9-13A5-4B92-99D1-8DCACD4B7787}"/>
    </a:ext>
  </a:extLst>
</a:theme>
</file>

<file path=ppt/theme/theme8.xml><?xml version="1.0" encoding="utf-8"?>
<a:theme xmlns:a="http://schemas.openxmlformats.org/drawingml/2006/main" name="Light version (pink with white detail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2019.potx [Read-Only]" id="{CC258A38-9933-441E-9A41-E9BD8511EC3F}" vid="{A297936B-F9F6-4CD0-AF2D-3D895221DCFD}"/>
    </a:ext>
  </a:extLst>
</a:theme>
</file>

<file path=ppt/theme/theme9.xml><?xml version="1.0" encoding="utf-8"?>
<a:theme xmlns:a="http://schemas.openxmlformats.org/drawingml/2006/main" name="Light version (black with yellow detail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2019.potx [Read-Only]" id="{CC258A38-9933-441E-9A41-E9BD8511EC3F}" vid="{E3AE6895-5C86-4053-BB45-F3AB086428C3}"/>
    </a:ext>
  </a:extLst>
</a:theme>
</file>

<file path=ppt/theme/theme10.xml><?xml version="1.0" encoding="utf-8"?>
<a:theme xmlns:a="http://schemas.openxmlformats.org/drawingml/2006/main" name="Light version (black with white detail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2019.potx [Read-Only]" id="{CC258A38-9933-441E-9A41-E9BD8511EC3F}" vid="{9F1D924C-7EB7-4CD7-AD39-127C91CBABBC}"/>
    </a:ext>
  </a:extLst>
</a:theme>
</file>

<file path=ppt/theme/theme11.xml><?xml version="1.0" encoding="utf-8"?>
<a:theme xmlns:a="http://schemas.openxmlformats.org/drawingml/2006/main" name="Light version (title, yellow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2019.potx [Read-Only]" id="{CC258A38-9933-441E-9A41-E9BD8511EC3F}" vid="{B68C96ED-BAB2-47D8-AD8C-23DC3889709A}"/>
    </a:ext>
  </a:extLst>
</a:theme>
</file>

<file path=ppt/theme/theme12.xml><?xml version="1.0" encoding="utf-8"?>
<a:theme xmlns:a="http://schemas.openxmlformats.org/drawingml/2006/main" name="Light version (title, pink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2019.potx [Read-Only]" id="{CC258A38-9933-441E-9A41-E9BD8511EC3F}" vid="{2AC29FD2-A27C-4064-BDA3-306137F41C32}"/>
    </a:ext>
  </a:extLst>
</a:theme>
</file>

<file path=ppt/theme/theme13.xml><?xml version="1.0" encoding="utf-8"?>
<a:theme xmlns:a="http://schemas.openxmlformats.org/drawingml/2006/main" name="Light version (title, pink with yellow pixels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2019.potx [Read-Only]" id="{CC258A38-9933-441E-9A41-E9BD8511EC3F}" vid="{A02D451F-6DBC-4C3F-BB13-7EB291278283}"/>
    </a:ext>
  </a:extLst>
</a:theme>
</file>

<file path=ppt/theme/theme14.xml><?xml version="1.0" encoding="utf-8"?>
<a:theme xmlns:a="http://schemas.openxmlformats.org/drawingml/2006/main" name="Light version (half image, half text, white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2019.potx [Read-Only]" id="{CC258A38-9933-441E-9A41-E9BD8511EC3F}" vid="{C26EF30B-6C3A-4927-AA8F-C8C60D4ED94B}"/>
    </a:ext>
  </a:extLst>
</a:theme>
</file>

<file path=ppt/theme/theme15.xml><?xml version="1.0" encoding="utf-8"?>
<a:theme xmlns:a="http://schemas.openxmlformats.org/drawingml/2006/main" name="Full version (yellow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2019.potx [Read-Only]" id="{CC258A38-9933-441E-9A41-E9BD8511EC3F}" vid="{6E585F97-8C85-4A10-9BEE-EE877893375B}"/>
    </a:ext>
  </a:extLst>
</a:theme>
</file>

<file path=ppt/theme/theme16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EFF2DD8471CF4E9BCA6D9021DB1D4F" ma:contentTypeVersion="13" ma:contentTypeDescription="Create a new document." ma:contentTypeScope="" ma:versionID="7e9b7a92c17ae43554f5491c3767e483">
  <xsd:schema xmlns:xsd="http://www.w3.org/2001/XMLSchema" xmlns:xs="http://www.w3.org/2001/XMLSchema" xmlns:p="http://schemas.microsoft.com/office/2006/metadata/properties" xmlns:ns2="050db0d8-61cb-4710-8697-e8649150ac3d" xmlns:ns3="15ca5512-0ac5-4bd1-8f92-b03656aa4d3b" targetNamespace="http://schemas.microsoft.com/office/2006/metadata/properties" ma:root="true" ma:fieldsID="bd9fdb5a89fe98669f1f072eb801d20b" ns2:_="" ns3:_="">
    <xsd:import namespace="050db0d8-61cb-4710-8697-e8649150ac3d"/>
    <xsd:import namespace="15ca5512-0ac5-4bd1-8f92-b03656aa4d3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0db0d8-61cb-4710-8697-e8649150ac3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Sharing Hint Hash" ma:internalName="SharingHintHash" ma:readOnly="true">
      <xsd:simpleType>
        <xsd:restriction base="dms:Text"/>
      </xsd:simpleType>
    </xsd:element>
    <xsd:element name="SharedWithDetails" ma:index="10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1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2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ca5512-0ac5-4bd1-8f92-b03656aa4d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6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78317B-481F-4B27-8109-9BCF63EEA4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50db0d8-61cb-4710-8697-e8649150ac3d"/>
    <ds:schemaRef ds:uri="15ca5512-0ac5-4bd1-8f92-b03656aa4d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FAA9A0-1676-436E-B5E6-968346DC8BFE}">
  <ds:schemaRefs>
    <ds:schemaRef ds:uri="http://purl.org/dc/terms/"/>
    <ds:schemaRef ds:uri="http://purl.org/dc/elements/1.1/"/>
    <ds:schemaRef ds:uri="050db0d8-61cb-4710-8697-e8649150ac3d"/>
    <ds:schemaRef ds:uri="http://www.w3.org/XML/1998/namespace"/>
    <ds:schemaRef ds:uri="http://schemas.microsoft.com/office/infopath/2007/PartnerControls"/>
    <ds:schemaRef ds:uri="http://purl.org/dc/dcmitype/"/>
    <ds:schemaRef ds:uri="15ca5512-0ac5-4bd1-8f92-b03656aa4d3b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74D0AE1-32FF-4822-AA2A-58EDB6523F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31A101 Tobania.RPA presentation</Template>
  <TotalTime>669</TotalTime>
  <Words>592</Words>
  <Application>Microsoft Office PowerPoint</Application>
  <PresentationFormat>Widescreen</PresentationFormat>
  <Paragraphs>144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1</vt:i4>
      </vt:variant>
    </vt:vector>
  </HeadingPairs>
  <TitlesOfParts>
    <vt:vector size="22" baseType="lpstr">
      <vt:lpstr>Arial</vt:lpstr>
      <vt:lpstr>Barlow</vt:lpstr>
      <vt:lpstr>Barlow Light</vt:lpstr>
      <vt:lpstr>Calibri</vt:lpstr>
      <vt:lpstr>Roboto Slab</vt:lpstr>
      <vt:lpstr>Wingdings</vt:lpstr>
      <vt:lpstr>Light version (full text)</vt:lpstr>
      <vt:lpstr>Light version (half image, half text, pink)</vt:lpstr>
      <vt:lpstr>Light version (half image, half text, yellow)</vt:lpstr>
      <vt:lpstr>Light version (half image, half text, black)</vt:lpstr>
      <vt:lpstr>Light version (yellow with detail)</vt:lpstr>
      <vt:lpstr>6_Kantoorthema</vt:lpstr>
      <vt:lpstr>Light version (pink with detail)</vt:lpstr>
      <vt:lpstr>Light version (pink with white detail)</vt:lpstr>
      <vt:lpstr>Light version (black with yellow detail)</vt:lpstr>
      <vt:lpstr>Light version (black with white detail)</vt:lpstr>
      <vt:lpstr>Light version (title, yellow)</vt:lpstr>
      <vt:lpstr>Light version (title, pink)</vt:lpstr>
      <vt:lpstr>Light version (title, pink with yellow pixels)</vt:lpstr>
      <vt:lpstr>Light version (half image, half text, white)</vt:lpstr>
      <vt:lpstr>Full version (yellow)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Tobania</dc:title>
  <dc:creator>Ernest Song</dc:creator>
  <cp:lastModifiedBy>Ernest Song</cp:lastModifiedBy>
  <cp:revision>728</cp:revision>
  <dcterms:created xsi:type="dcterms:W3CDTF">2020-03-10T13:08:30Z</dcterms:created>
  <dcterms:modified xsi:type="dcterms:W3CDTF">2026-07-08T15:33:20Z</dcterms:modified>
</cp:coreProperties>
</file>